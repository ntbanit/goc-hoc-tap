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4" r:id="rId11"/>
    <p:sldId id="265" r:id="rId12"/>
    <p:sldId id="266" r:id="rId13"/>
    <p:sldId id="289" r:id="rId14"/>
    <p:sldId id="262" r:id="rId15"/>
    <p:sldId id="267" r:id="rId16"/>
    <p:sldId id="268" r:id="rId17"/>
    <p:sldId id="263" r:id="rId18"/>
    <p:sldId id="269" r:id="rId19"/>
    <p:sldId id="284" r:id="rId20"/>
    <p:sldId id="288" r:id="rId21"/>
    <p:sldId id="285" r:id="rId22"/>
    <p:sldId id="286" r:id="rId23"/>
    <p:sldId id="287" r:id="rId24"/>
    <p:sldId id="272" r:id="rId25"/>
    <p:sldId id="274" r:id="rId26"/>
    <p:sldId id="275" r:id="rId27"/>
    <p:sldId id="276" r:id="rId28"/>
    <p:sldId id="277" r:id="rId29"/>
    <p:sldId id="281" r:id="rId30"/>
    <p:sldId id="282" r:id="rId31"/>
    <p:sldId id="280" r:id="rId32"/>
    <p:sldId id="283" r:id="rId33"/>
    <p:sldId id="290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F18B216-D418-4830-BEB6-A8E6E6C0AE17}">
          <p14:sldIdLst>
            <p14:sldId id="256"/>
            <p14:sldId id="257"/>
          </p14:sldIdLst>
        </p14:section>
        <p14:section name="Section 1: Programming Overview" id="{C6741A61-5428-49B1-8D9B-2C9A5F8E388D}">
          <p14:sldIdLst>
            <p14:sldId id="258"/>
            <p14:sldId id="259"/>
            <p14:sldId id="260"/>
            <p14:sldId id="261"/>
            <p14:sldId id="264"/>
            <p14:sldId id="265"/>
            <p14:sldId id="266"/>
            <p14:sldId id="289"/>
            <p14:sldId id="262"/>
            <p14:sldId id="267"/>
            <p14:sldId id="268"/>
            <p14:sldId id="263"/>
            <p14:sldId id="269"/>
            <p14:sldId id="284"/>
            <p14:sldId id="288"/>
            <p14:sldId id="285"/>
            <p14:sldId id="286"/>
            <p14:sldId id="287"/>
            <p14:sldId id="272"/>
            <p14:sldId id="274"/>
            <p14:sldId id="275"/>
            <p14:sldId id="276"/>
            <p14:sldId id="277"/>
            <p14:sldId id="281"/>
            <p14:sldId id="282"/>
            <p14:sldId id="280"/>
            <p14:sldId id="283"/>
            <p14:sldId id="29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610EF-F6FA-43E7-B6D0-DA4243523BD3}" v="436" dt="2024-10-08T07:12:56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07" autoAdjust="0"/>
    <p:restoredTop sz="94660"/>
  </p:normalViewPr>
  <p:slideViewPr>
    <p:cSldViewPr snapToGrid="0">
      <p:cViewPr varScale="1">
        <p:scale>
          <a:sx n="85" d="100"/>
          <a:sy n="85" d="100"/>
        </p:scale>
        <p:origin x="3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D55689-F5F8-4981-A897-468382945851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78A78D1B-362F-4BDA-9507-9DD9DDDA459A}">
      <dgm:prSet phldrT="[Text]"/>
      <dgm:spPr/>
      <dgm:t>
        <a:bodyPr/>
        <a:lstStyle/>
        <a:p>
          <a:pPr latinLnBrk="1"/>
          <a:r>
            <a:rPr lang="en-US" altLang="ko-KR" dirty="0"/>
            <a:t>Overview of Programming</a:t>
          </a:r>
          <a:endParaRPr lang="ko-KR" altLang="en-US" dirty="0"/>
        </a:p>
      </dgm:t>
    </dgm:pt>
    <dgm:pt modelId="{DDC757F8-6192-4CAC-87FB-2C87BA65A51E}" type="parTrans" cxnId="{2FA5C907-993F-4A5B-A48D-8E20F0D07902}">
      <dgm:prSet/>
      <dgm:spPr/>
      <dgm:t>
        <a:bodyPr/>
        <a:lstStyle/>
        <a:p>
          <a:pPr latinLnBrk="1"/>
          <a:endParaRPr lang="ko-KR" altLang="en-US"/>
        </a:p>
      </dgm:t>
    </dgm:pt>
    <dgm:pt modelId="{EDF22565-83DA-47A8-87C9-7CA13A8043FB}" type="sibTrans" cxnId="{2FA5C907-993F-4A5B-A48D-8E20F0D07902}">
      <dgm:prSet/>
      <dgm:spPr/>
      <dgm:t>
        <a:bodyPr/>
        <a:lstStyle/>
        <a:p>
          <a:pPr latinLnBrk="1"/>
          <a:endParaRPr lang="ko-KR" altLang="en-US"/>
        </a:p>
      </dgm:t>
    </dgm:pt>
    <dgm:pt modelId="{AB82B7E5-EF49-4EF5-8780-9AA67DEFCB2F}">
      <dgm:prSet phldrT="[Text]"/>
      <dgm:spPr/>
      <dgm:t>
        <a:bodyPr/>
        <a:lstStyle/>
        <a:p>
          <a:pPr latinLnBrk="1"/>
          <a:r>
            <a:rPr lang="en-US" altLang="ko-KR" dirty="0"/>
            <a:t>Computer science</a:t>
          </a:r>
          <a:endParaRPr lang="ko-KR" altLang="en-US" dirty="0"/>
        </a:p>
      </dgm:t>
    </dgm:pt>
    <dgm:pt modelId="{D84261DE-8D24-4F9D-864B-C8B81CD70A0D}" type="parTrans" cxnId="{A5905AF7-20DB-44F8-9157-CA1BDDAC00B6}">
      <dgm:prSet/>
      <dgm:spPr/>
      <dgm:t>
        <a:bodyPr/>
        <a:lstStyle/>
        <a:p>
          <a:pPr latinLnBrk="1"/>
          <a:endParaRPr lang="ko-KR" altLang="en-US"/>
        </a:p>
      </dgm:t>
    </dgm:pt>
    <dgm:pt modelId="{0986D60B-9FEF-4FF6-9276-3F566D398C92}" type="sibTrans" cxnId="{A5905AF7-20DB-44F8-9157-CA1BDDAC00B6}">
      <dgm:prSet/>
      <dgm:spPr/>
      <dgm:t>
        <a:bodyPr/>
        <a:lstStyle/>
        <a:p>
          <a:pPr latinLnBrk="1"/>
          <a:endParaRPr lang="ko-KR" altLang="en-US"/>
        </a:p>
      </dgm:t>
    </dgm:pt>
    <dgm:pt modelId="{668C1ADF-33A9-4F5E-8C55-7BA814CBA59D}">
      <dgm:prSet phldrT="[Text]"/>
      <dgm:spPr/>
      <dgm:t>
        <a:bodyPr/>
        <a:lstStyle/>
        <a:p>
          <a:pPr latinLnBrk="1"/>
          <a:r>
            <a:rPr lang="en-US" altLang="ko-KR" dirty="0"/>
            <a:t>System Architecture in seconds</a:t>
          </a:r>
          <a:endParaRPr lang="ko-KR" altLang="en-US" dirty="0"/>
        </a:p>
      </dgm:t>
    </dgm:pt>
    <dgm:pt modelId="{0501044F-75C6-4BA9-9D3B-35EEDCD6A230}" type="parTrans" cxnId="{4E2F3033-226B-447E-BF6D-6DAC23B054DD}">
      <dgm:prSet/>
      <dgm:spPr/>
      <dgm:t>
        <a:bodyPr/>
        <a:lstStyle/>
        <a:p>
          <a:pPr latinLnBrk="1"/>
          <a:endParaRPr lang="ko-KR" altLang="en-US"/>
        </a:p>
      </dgm:t>
    </dgm:pt>
    <dgm:pt modelId="{99B5D073-80EF-4E46-9734-F182073EDCA6}" type="sibTrans" cxnId="{4E2F3033-226B-447E-BF6D-6DAC23B054DD}">
      <dgm:prSet/>
      <dgm:spPr/>
      <dgm:t>
        <a:bodyPr/>
        <a:lstStyle/>
        <a:p>
          <a:pPr latinLnBrk="1"/>
          <a:endParaRPr lang="ko-KR" altLang="en-US"/>
        </a:p>
      </dgm:t>
    </dgm:pt>
    <dgm:pt modelId="{AECC52E3-8822-4B08-8F5D-BE27E27618E3}">
      <dgm:prSet phldrT="[Text]"/>
      <dgm:spPr/>
      <dgm:t>
        <a:bodyPr/>
        <a:lstStyle/>
        <a:p>
          <a:pPr latinLnBrk="1"/>
          <a:r>
            <a:rPr lang="en-US" altLang="ko-KR" dirty="0"/>
            <a:t>System Architecture in Detail</a:t>
          </a:r>
          <a:endParaRPr lang="ko-KR" altLang="en-US" dirty="0"/>
        </a:p>
      </dgm:t>
    </dgm:pt>
    <dgm:pt modelId="{2A7288AF-E6EB-4FE3-9708-DAFB511DA40C}" type="parTrans" cxnId="{A3DF7084-3D63-4433-9D75-9A5C611D75E7}">
      <dgm:prSet/>
      <dgm:spPr/>
      <dgm:t>
        <a:bodyPr/>
        <a:lstStyle/>
        <a:p>
          <a:pPr latinLnBrk="1"/>
          <a:endParaRPr lang="ko-KR" altLang="en-US"/>
        </a:p>
      </dgm:t>
    </dgm:pt>
    <dgm:pt modelId="{4A8C2C4C-DAFC-4BE7-96DB-7D1060D1BF35}" type="sibTrans" cxnId="{A3DF7084-3D63-4433-9D75-9A5C611D75E7}">
      <dgm:prSet/>
      <dgm:spPr/>
      <dgm:t>
        <a:bodyPr/>
        <a:lstStyle/>
        <a:p>
          <a:pPr latinLnBrk="1"/>
          <a:endParaRPr lang="ko-KR" altLang="en-US"/>
        </a:p>
      </dgm:t>
    </dgm:pt>
    <dgm:pt modelId="{5CEC5444-E7D3-43CB-AD70-E454EEC474DF}">
      <dgm:prSet phldrT="[Text]"/>
      <dgm:spPr/>
      <dgm:t>
        <a:bodyPr/>
        <a:lstStyle/>
        <a:p>
          <a:pPr latinLnBrk="1"/>
          <a:r>
            <a:rPr lang="en-US" altLang="ko-KR" dirty="0"/>
            <a:t>FE - Frontend</a:t>
          </a:r>
          <a:endParaRPr lang="ko-KR" altLang="en-US" dirty="0"/>
        </a:p>
      </dgm:t>
    </dgm:pt>
    <dgm:pt modelId="{83024CB5-7870-4BA3-8D6F-FD466F919143}" type="parTrans" cxnId="{C304E31B-9CA6-4E65-98D3-0B83722EB49E}">
      <dgm:prSet/>
      <dgm:spPr/>
      <dgm:t>
        <a:bodyPr/>
        <a:lstStyle/>
        <a:p>
          <a:pPr latinLnBrk="1"/>
          <a:endParaRPr lang="ko-KR" altLang="en-US"/>
        </a:p>
      </dgm:t>
    </dgm:pt>
    <dgm:pt modelId="{BCA65577-6BC6-4192-8723-D239FC516A04}" type="sibTrans" cxnId="{C304E31B-9CA6-4E65-98D3-0B83722EB49E}">
      <dgm:prSet/>
      <dgm:spPr/>
      <dgm:t>
        <a:bodyPr/>
        <a:lstStyle/>
        <a:p>
          <a:pPr latinLnBrk="1"/>
          <a:endParaRPr lang="ko-KR" altLang="en-US"/>
        </a:p>
      </dgm:t>
    </dgm:pt>
    <dgm:pt modelId="{3193846B-C795-4E91-8D83-6B39C4FBB197}">
      <dgm:prSet phldrT="[Text]"/>
      <dgm:spPr/>
      <dgm:t>
        <a:bodyPr/>
        <a:lstStyle/>
        <a:p>
          <a:pPr latinLnBrk="1"/>
          <a:r>
            <a:rPr lang="en-US" altLang="ko-KR" dirty="0"/>
            <a:t>React.js</a:t>
          </a:r>
          <a:endParaRPr lang="ko-KR" altLang="en-US" dirty="0"/>
        </a:p>
      </dgm:t>
    </dgm:pt>
    <dgm:pt modelId="{9E3A1F7E-BD11-40B6-ABF9-88B058AEAA7C}" type="parTrans" cxnId="{0A271DC5-2A93-4514-831A-73B46D8F8824}">
      <dgm:prSet/>
      <dgm:spPr/>
      <dgm:t>
        <a:bodyPr/>
        <a:lstStyle/>
        <a:p>
          <a:pPr latinLnBrk="1"/>
          <a:endParaRPr lang="ko-KR" altLang="en-US"/>
        </a:p>
      </dgm:t>
    </dgm:pt>
    <dgm:pt modelId="{1566DFA3-EBB8-4E35-AF90-87B20803EBE2}" type="sibTrans" cxnId="{0A271DC5-2A93-4514-831A-73B46D8F8824}">
      <dgm:prSet/>
      <dgm:spPr/>
      <dgm:t>
        <a:bodyPr/>
        <a:lstStyle/>
        <a:p>
          <a:pPr latinLnBrk="1"/>
          <a:endParaRPr lang="ko-KR" altLang="en-US"/>
        </a:p>
      </dgm:t>
    </dgm:pt>
    <dgm:pt modelId="{3C8F41FD-4EF1-47EA-B4B7-42ABB6FF6D10}">
      <dgm:prSet phldrT="[Text]"/>
      <dgm:spPr/>
      <dgm:t>
        <a:bodyPr/>
        <a:lstStyle/>
        <a:p>
          <a:pPr latinLnBrk="1"/>
          <a:r>
            <a:rPr lang="en-US" altLang="ko-KR" dirty="0"/>
            <a:t>Best practices</a:t>
          </a:r>
          <a:endParaRPr lang="ko-KR" altLang="en-US" dirty="0"/>
        </a:p>
      </dgm:t>
    </dgm:pt>
    <dgm:pt modelId="{18A5AE0C-4EA1-4CEE-B4D8-56DFE1CC74A8}" type="parTrans" cxnId="{B19CA7B1-5C79-497F-96E4-2A176979D09B}">
      <dgm:prSet/>
      <dgm:spPr/>
      <dgm:t>
        <a:bodyPr/>
        <a:lstStyle/>
        <a:p>
          <a:pPr latinLnBrk="1"/>
          <a:endParaRPr lang="ko-KR" altLang="en-US"/>
        </a:p>
      </dgm:t>
    </dgm:pt>
    <dgm:pt modelId="{E7C489BC-746D-4AC7-B76D-C66ABFA6DA09}" type="sibTrans" cxnId="{B19CA7B1-5C79-497F-96E4-2A176979D09B}">
      <dgm:prSet/>
      <dgm:spPr/>
      <dgm:t>
        <a:bodyPr/>
        <a:lstStyle/>
        <a:p>
          <a:pPr latinLnBrk="1"/>
          <a:endParaRPr lang="ko-KR" altLang="en-US"/>
        </a:p>
      </dgm:t>
    </dgm:pt>
    <dgm:pt modelId="{9D546837-754D-4676-A038-E0DA9AF9768C}">
      <dgm:prSet phldrT="[Text]"/>
      <dgm:spPr/>
      <dgm:t>
        <a:bodyPr/>
        <a:lstStyle/>
        <a:p>
          <a:pPr latinLnBrk="1"/>
          <a:r>
            <a:rPr lang="en-US" altLang="ko-KR" dirty="0"/>
            <a:t>BE – Backend</a:t>
          </a:r>
          <a:endParaRPr lang="ko-KR" altLang="en-US" dirty="0"/>
        </a:p>
      </dgm:t>
    </dgm:pt>
    <dgm:pt modelId="{FDE226FD-CDAE-4436-A14F-0571C004ECB6}" type="parTrans" cxnId="{CC2650D9-5CF9-43DA-A508-CFF58C86CD88}">
      <dgm:prSet/>
      <dgm:spPr/>
      <dgm:t>
        <a:bodyPr/>
        <a:lstStyle/>
        <a:p>
          <a:pPr latinLnBrk="1"/>
          <a:endParaRPr lang="ko-KR" altLang="en-US"/>
        </a:p>
      </dgm:t>
    </dgm:pt>
    <dgm:pt modelId="{0EB5D07E-1C2F-4D84-A95F-985CC5B967C7}" type="sibTrans" cxnId="{CC2650D9-5CF9-43DA-A508-CFF58C86CD88}">
      <dgm:prSet/>
      <dgm:spPr/>
      <dgm:t>
        <a:bodyPr/>
        <a:lstStyle/>
        <a:p>
          <a:pPr latinLnBrk="1"/>
          <a:endParaRPr lang="ko-KR" altLang="en-US"/>
        </a:p>
      </dgm:t>
    </dgm:pt>
    <dgm:pt modelId="{812557EF-573B-48B2-BD99-E924DCD26013}">
      <dgm:prSet phldrT="[Text]"/>
      <dgm:spPr/>
      <dgm:t>
        <a:bodyPr/>
        <a:lstStyle/>
        <a:p>
          <a:pPr latinLnBrk="1"/>
          <a:r>
            <a:rPr lang="en-US" altLang="ko-KR" dirty="0"/>
            <a:t>Practical Project</a:t>
          </a:r>
          <a:endParaRPr lang="ko-KR" altLang="en-US" dirty="0"/>
        </a:p>
      </dgm:t>
    </dgm:pt>
    <dgm:pt modelId="{306734DA-4967-4258-9AD1-783FDC09F8BE}" type="parTrans" cxnId="{E24EC55D-CB5E-4283-8D32-33F867708FFC}">
      <dgm:prSet/>
      <dgm:spPr/>
      <dgm:t>
        <a:bodyPr/>
        <a:lstStyle/>
        <a:p>
          <a:pPr latinLnBrk="1"/>
          <a:endParaRPr lang="ko-KR" altLang="en-US"/>
        </a:p>
      </dgm:t>
    </dgm:pt>
    <dgm:pt modelId="{5957C009-5379-47B9-AE95-0AA7F7BFFB9C}" type="sibTrans" cxnId="{E24EC55D-CB5E-4283-8D32-33F867708FFC}">
      <dgm:prSet/>
      <dgm:spPr/>
      <dgm:t>
        <a:bodyPr/>
        <a:lstStyle/>
        <a:p>
          <a:pPr latinLnBrk="1"/>
          <a:endParaRPr lang="ko-KR" altLang="en-US"/>
        </a:p>
      </dgm:t>
    </dgm:pt>
    <dgm:pt modelId="{739EDF9E-9760-4C13-817C-A2D603DF29B0}">
      <dgm:prSet phldrT="[Text]"/>
      <dgm:spPr/>
      <dgm:t>
        <a:bodyPr/>
        <a:lstStyle/>
        <a:p>
          <a:pPr latinLnBrk="1"/>
          <a:r>
            <a:rPr lang="en-US" altLang="ko-KR" dirty="0"/>
            <a:t>Java core</a:t>
          </a:r>
          <a:endParaRPr lang="ko-KR" altLang="en-US" dirty="0"/>
        </a:p>
      </dgm:t>
    </dgm:pt>
    <dgm:pt modelId="{339F3EB8-55D6-4981-99E6-2A3F9546791D}" type="parTrans" cxnId="{B9A42AEE-E0CE-40E3-BDC4-E73321DE4706}">
      <dgm:prSet/>
      <dgm:spPr/>
      <dgm:t>
        <a:bodyPr/>
        <a:lstStyle/>
        <a:p>
          <a:pPr latinLnBrk="1"/>
          <a:endParaRPr lang="ko-KR" altLang="en-US"/>
        </a:p>
      </dgm:t>
    </dgm:pt>
    <dgm:pt modelId="{D12D1710-EB20-4E57-B6B8-7462E5F6F58B}" type="sibTrans" cxnId="{B9A42AEE-E0CE-40E3-BDC4-E73321DE4706}">
      <dgm:prSet/>
      <dgm:spPr/>
      <dgm:t>
        <a:bodyPr/>
        <a:lstStyle/>
        <a:p>
          <a:pPr latinLnBrk="1"/>
          <a:endParaRPr lang="ko-KR" altLang="en-US"/>
        </a:p>
      </dgm:t>
    </dgm:pt>
    <dgm:pt modelId="{01F7F4E3-3E0E-4C13-8ECC-407252C57AA6}">
      <dgm:prSet phldrT="[Text]"/>
      <dgm:spPr/>
      <dgm:t>
        <a:bodyPr/>
        <a:lstStyle/>
        <a:p>
          <a:pPr latinLnBrk="1"/>
          <a:r>
            <a:rPr lang="en-US" altLang="ko-KR" dirty="0" err="1"/>
            <a:t>Springboot</a:t>
          </a:r>
          <a:r>
            <a:rPr lang="en-US" altLang="ko-KR" dirty="0"/>
            <a:t>, etc.</a:t>
          </a:r>
          <a:endParaRPr lang="ko-KR" altLang="en-US" dirty="0"/>
        </a:p>
      </dgm:t>
    </dgm:pt>
    <dgm:pt modelId="{8AE53D56-35A5-4BD7-9279-EFDE7AA2EE77}" type="parTrans" cxnId="{68B7597D-FFEF-42B2-B5B7-1BE6E6B3DF00}">
      <dgm:prSet/>
      <dgm:spPr/>
      <dgm:t>
        <a:bodyPr/>
        <a:lstStyle/>
        <a:p>
          <a:pPr latinLnBrk="1"/>
          <a:endParaRPr lang="ko-KR" altLang="en-US"/>
        </a:p>
      </dgm:t>
    </dgm:pt>
    <dgm:pt modelId="{7EAE64ED-2FFE-4D69-931E-7DEF72F4CDE7}" type="sibTrans" cxnId="{68B7597D-FFEF-42B2-B5B7-1BE6E6B3DF00}">
      <dgm:prSet/>
      <dgm:spPr/>
      <dgm:t>
        <a:bodyPr/>
        <a:lstStyle/>
        <a:p>
          <a:pPr latinLnBrk="1"/>
          <a:endParaRPr lang="ko-KR" altLang="en-US"/>
        </a:p>
      </dgm:t>
    </dgm:pt>
    <dgm:pt modelId="{3CF42560-0540-42E7-98A6-7EDE5CD70016}">
      <dgm:prSet phldrT="[Text]"/>
      <dgm:spPr/>
      <dgm:t>
        <a:bodyPr/>
        <a:lstStyle/>
        <a:p>
          <a:pPr latinLnBrk="1"/>
          <a:r>
            <a:rPr lang="en-US" altLang="ko-KR" dirty="0"/>
            <a:t>Agile scrum</a:t>
          </a:r>
          <a:endParaRPr lang="ko-KR" altLang="en-US" dirty="0"/>
        </a:p>
      </dgm:t>
    </dgm:pt>
    <dgm:pt modelId="{D9F32219-C2F6-4D93-AE02-A72DAEA6A9F8}" type="parTrans" cxnId="{17686205-1FEF-42E0-AF6A-B9392DAF48D9}">
      <dgm:prSet/>
      <dgm:spPr/>
      <dgm:t>
        <a:bodyPr/>
        <a:lstStyle/>
        <a:p>
          <a:pPr latinLnBrk="1"/>
          <a:endParaRPr lang="ko-KR" altLang="en-US"/>
        </a:p>
      </dgm:t>
    </dgm:pt>
    <dgm:pt modelId="{F048A1CF-2513-41DF-BB62-787722C47E20}" type="sibTrans" cxnId="{17686205-1FEF-42E0-AF6A-B9392DAF48D9}">
      <dgm:prSet/>
      <dgm:spPr/>
      <dgm:t>
        <a:bodyPr/>
        <a:lstStyle/>
        <a:p>
          <a:pPr latinLnBrk="1"/>
          <a:endParaRPr lang="ko-KR" altLang="en-US"/>
        </a:p>
      </dgm:t>
    </dgm:pt>
    <dgm:pt modelId="{908922F2-A3AE-4293-9A0A-9502978B211A}">
      <dgm:prSet phldrT="[Text]"/>
      <dgm:spPr/>
      <dgm:t>
        <a:bodyPr/>
        <a:lstStyle/>
        <a:p>
          <a:pPr latinLnBrk="1"/>
          <a:r>
            <a:rPr lang="en-US" altLang="ko-KR" dirty="0"/>
            <a:t>Business Analyzing</a:t>
          </a:r>
          <a:endParaRPr lang="ko-KR" altLang="en-US" dirty="0"/>
        </a:p>
      </dgm:t>
    </dgm:pt>
    <dgm:pt modelId="{A257914D-24EA-4680-874F-AEA03414AFBE}" type="parTrans" cxnId="{92B913D5-32F8-49A0-8944-BF63FA237FC0}">
      <dgm:prSet/>
      <dgm:spPr/>
      <dgm:t>
        <a:bodyPr/>
        <a:lstStyle/>
        <a:p>
          <a:pPr latinLnBrk="1"/>
          <a:endParaRPr lang="ko-KR" altLang="en-US"/>
        </a:p>
      </dgm:t>
    </dgm:pt>
    <dgm:pt modelId="{C9741434-8BE3-4BDD-B8CA-05FA124F4BD1}" type="sibTrans" cxnId="{92B913D5-32F8-49A0-8944-BF63FA237FC0}">
      <dgm:prSet/>
      <dgm:spPr/>
      <dgm:t>
        <a:bodyPr/>
        <a:lstStyle/>
        <a:p>
          <a:pPr latinLnBrk="1"/>
          <a:endParaRPr lang="ko-KR" altLang="en-US"/>
        </a:p>
      </dgm:t>
    </dgm:pt>
    <dgm:pt modelId="{54002CBD-5E00-409F-B3E5-7442320ECB28}">
      <dgm:prSet phldrT="[Text]"/>
      <dgm:spPr/>
      <dgm:t>
        <a:bodyPr/>
        <a:lstStyle/>
        <a:p>
          <a:pPr latinLnBrk="1"/>
          <a:r>
            <a:rPr lang="en-US" altLang="ko-KR" dirty="0"/>
            <a:t>Implementing features</a:t>
          </a:r>
          <a:endParaRPr lang="ko-KR" altLang="en-US" dirty="0"/>
        </a:p>
      </dgm:t>
    </dgm:pt>
    <dgm:pt modelId="{185F92D9-C6F9-44D8-A793-651C55A1ABE5}" type="parTrans" cxnId="{0039B350-798D-4BEC-9585-C3A85F71E962}">
      <dgm:prSet/>
      <dgm:spPr/>
      <dgm:t>
        <a:bodyPr/>
        <a:lstStyle/>
        <a:p>
          <a:pPr latinLnBrk="1"/>
          <a:endParaRPr lang="ko-KR" altLang="en-US"/>
        </a:p>
      </dgm:t>
    </dgm:pt>
    <dgm:pt modelId="{CDBFC326-4FA1-41F6-A6AE-EC20712F368B}" type="sibTrans" cxnId="{0039B350-798D-4BEC-9585-C3A85F71E962}">
      <dgm:prSet/>
      <dgm:spPr/>
      <dgm:t>
        <a:bodyPr/>
        <a:lstStyle/>
        <a:p>
          <a:pPr latinLnBrk="1"/>
          <a:endParaRPr lang="ko-KR" altLang="en-US"/>
        </a:p>
      </dgm:t>
    </dgm:pt>
    <dgm:pt modelId="{2D7CD915-7A08-4DEE-8384-98247D99EF05}">
      <dgm:prSet phldrT="[Text]"/>
      <dgm:spPr/>
      <dgm:t>
        <a:bodyPr/>
        <a:lstStyle/>
        <a:p>
          <a:pPr latinLnBrk="1"/>
          <a:r>
            <a:rPr lang="en-US" altLang="ko-KR" dirty="0"/>
            <a:t>Teamwork</a:t>
          </a:r>
          <a:endParaRPr lang="ko-KR" altLang="en-US" dirty="0"/>
        </a:p>
      </dgm:t>
    </dgm:pt>
    <dgm:pt modelId="{9B56CCD9-A244-4138-A2F9-43B4E111646A}" type="parTrans" cxnId="{C451C614-02B2-48AD-B4C2-CDF9EEA4E0A5}">
      <dgm:prSet/>
      <dgm:spPr/>
      <dgm:t>
        <a:bodyPr/>
        <a:lstStyle/>
        <a:p>
          <a:pPr latinLnBrk="1"/>
          <a:endParaRPr lang="ko-KR" altLang="en-US"/>
        </a:p>
      </dgm:t>
    </dgm:pt>
    <dgm:pt modelId="{FDC25153-3E86-415F-9A0C-C361FA56FE5E}" type="sibTrans" cxnId="{C451C614-02B2-48AD-B4C2-CDF9EEA4E0A5}">
      <dgm:prSet/>
      <dgm:spPr/>
      <dgm:t>
        <a:bodyPr/>
        <a:lstStyle/>
        <a:p>
          <a:pPr latinLnBrk="1"/>
          <a:endParaRPr lang="ko-KR" altLang="en-US"/>
        </a:p>
      </dgm:t>
    </dgm:pt>
    <dgm:pt modelId="{709D83C5-F9B1-4EFD-87B2-E3B635861D4B}">
      <dgm:prSet phldrT="[Text]"/>
      <dgm:spPr/>
      <dgm:t>
        <a:bodyPr/>
        <a:lstStyle/>
        <a:p>
          <a:pPr latinLnBrk="1"/>
          <a:r>
            <a:rPr lang="en-US" altLang="ko-KR" dirty="0"/>
            <a:t> Past</a:t>
          </a:r>
          <a:endParaRPr lang="ko-KR" altLang="en-US" dirty="0"/>
        </a:p>
      </dgm:t>
    </dgm:pt>
    <dgm:pt modelId="{A8C59C7A-6DB6-460E-8393-6B36CC7EF0DF}" type="sibTrans" cxnId="{9CAF3771-0F1E-4981-BCAE-8E3BEF1EAF92}">
      <dgm:prSet/>
      <dgm:spPr/>
      <dgm:t>
        <a:bodyPr/>
        <a:lstStyle/>
        <a:p>
          <a:pPr latinLnBrk="1"/>
          <a:endParaRPr lang="ko-KR" altLang="en-US"/>
        </a:p>
      </dgm:t>
    </dgm:pt>
    <dgm:pt modelId="{9BEE0D3E-BD9F-486C-A7B7-0943445F8C04}" type="parTrans" cxnId="{9CAF3771-0F1E-4981-BCAE-8E3BEF1EAF92}">
      <dgm:prSet/>
      <dgm:spPr/>
      <dgm:t>
        <a:bodyPr/>
        <a:lstStyle/>
        <a:p>
          <a:pPr latinLnBrk="1"/>
          <a:endParaRPr lang="ko-KR" altLang="en-US"/>
        </a:p>
      </dgm:t>
    </dgm:pt>
    <dgm:pt modelId="{93CC580E-1A5C-48EE-89CE-5157061AB8BB}">
      <dgm:prSet phldrT="[Text]"/>
      <dgm:spPr/>
      <dgm:t>
        <a:bodyPr/>
        <a:lstStyle/>
        <a:p>
          <a:pPr latinLnBrk="1"/>
          <a:r>
            <a:rPr lang="en-US" altLang="ko-KR" dirty="0"/>
            <a:t> Now</a:t>
          </a:r>
          <a:endParaRPr lang="ko-KR" altLang="en-US" dirty="0"/>
        </a:p>
      </dgm:t>
    </dgm:pt>
    <dgm:pt modelId="{B7692284-7D34-4954-98E3-52FB2877BB47}" type="sibTrans" cxnId="{37AE5762-5AB0-4BF7-A6BA-9F5B709DEA92}">
      <dgm:prSet/>
      <dgm:spPr/>
      <dgm:t>
        <a:bodyPr/>
        <a:lstStyle/>
        <a:p>
          <a:pPr latinLnBrk="1"/>
          <a:endParaRPr lang="ko-KR" altLang="en-US"/>
        </a:p>
      </dgm:t>
    </dgm:pt>
    <dgm:pt modelId="{8410E903-7843-4720-B806-7A46096E117D}" type="parTrans" cxnId="{37AE5762-5AB0-4BF7-A6BA-9F5B709DEA92}">
      <dgm:prSet/>
      <dgm:spPr/>
      <dgm:t>
        <a:bodyPr/>
        <a:lstStyle/>
        <a:p>
          <a:pPr latinLnBrk="1"/>
          <a:endParaRPr lang="ko-KR" altLang="en-US"/>
        </a:p>
      </dgm:t>
    </dgm:pt>
    <dgm:pt modelId="{81C34EB0-D1CB-4CEB-96FA-33AE4E3F1351}" type="pres">
      <dgm:prSet presAssocID="{B4D55689-F5F8-4981-A897-468382945851}" presName="Name0" presStyleCnt="0">
        <dgm:presLayoutVars>
          <dgm:dir/>
          <dgm:resizeHandles val="exact"/>
        </dgm:presLayoutVars>
      </dgm:prSet>
      <dgm:spPr/>
    </dgm:pt>
    <dgm:pt modelId="{31D88C9D-4AB5-4665-A6DF-10450B759BA7}" type="pres">
      <dgm:prSet presAssocID="{78A78D1B-362F-4BDA-9507-9DD9DDDA459A}" presName="composite" presStyleCnt="0"/>
      <dgm:spPr/>
    </dgm:pt>
    <dgm:pt modelId="{ADFD4861-C0F0-4C44-8495-5B2646F09AD8}" type="pres">
      <dgm:prSet presAssocID="{78A78D1B-362F-4BDA-9507-9DD9DDDA459A}" presName="imagSh" presStyleLbl="bgImgPlac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 outline"/>
        </a:ext>
      </dgm:extLst>
    </dgm:pt>
    <dgm:pt modelId="{7C40323E-5E39-4551-A283-63E7302DC420}" type="pres">
      <dgm:prSet presAssocID="{78A78D1B-362F-4BDA-9507-9DD9DDDA459A}" presName="txNode" presStyleLbl="node1" presStyleIdx="0" presStyleCnt="5">
        <dgm:presLayoutVars>
          <dgm:bulletEnabled val="1"/>
        </dgm:presLayoutVars>
      </dgm:prSet>
      <dgm:spPr/>
    </dgm:pt>
    <dgm:pt modelId="{C225DF5B-8558-43DB-AD67-FE1B3E55D328}" type="pres">
      <dgm:prSet presAssocID="{EDF22565-83DA-47A8-87C9-7CA13A8043FB}" presName="sibTrans" presStyleLbl="sibTrans2D1" presStyleIdx="0" presStyleCnt="4"/>
      <dgm:spPr/>
    </dgm:pt>
    <dgm:pt modelId="{B8717011-071A-4A7D-9450-74E9FFCFFBEB}" type="pres">
      <dgm:prSet presAssocID="{EDF22565-83DA-47A8-87C9-7CA13A8043FB}" presName="connTx" presStyleLbl="sibTrans2D1" presStyleIdx="0" presStyleCnt="4"/>
      <dgm:spPr/>
    </dgm:pt>
    <dgm:pt modelId="{5131BA54-B435-4A6F-AC65-3AC845915BC3}" type="pres">
      <dgm:prSet presAssocID="{AECC52E3-8822-4B08-8F5D-BE27E27618E3}" presName="composite" presStyleCnt="0"/>
      <dgm:spPr/>
    </dgm:pt>
    <dgm:pt modelId="{C89326AF-F493-48CC-8A0B-1FB3732CE0EA}" type="pres">
      <dgm:prSet presAssocID="{AECC52E3-8822-4B08-8F5D-BE27E27618E3}" presName="imagSh" presStyleLbl="bgImgPlac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 outline"/>
        </a:ext>
      </dgm:extLst>
    </dgm:pt>
    <dgm:pt modelId="{E95A7B6E-55DD-4876-810B-9E66EB53DC4A}" type="pres">
      <dgm:prSet presAssocID="{AECC52E3-8822-4B08-8F5D-BE27E27618E3}" presName="txNode" presStyleLbl="node1" presStyleIdx="1" presStyleCnt="5">
        <dgm:presLayoutVars>
          <dgm:bulletEnabled val="1"/>
        </dgm:presLayoutVars>
      </dgm:prSet>
      <dgm:spPr/>
    </dgm:pt>
    <dgm:pt modelId="{765FAE79-C866-4830-ABFF-CCF6068174FD}" type="pres">
      <dgm:prSet presAssocID="{4A8C2C4C-DAFC-4BE7-96DB-7D1060D1BF35}" presName="sibTrans" presStyleLbl="sibTrans2D1" presStyleIdx="1" presStyleCnt="4"/>
      <dgm:spPr/>
    </dgm:pt>
    <dgm:pt modelId="{9C6026D9-14AB-4CC3-A8C3-CFF4735807F3}" type="pres">
      <dgm:prSet presAssocID="{4A8C2C4C-DAFC-4BE7-96DB-7D1060D1BF35}" presName="connTx" presStyleLbl="sibTrans2D1" presStyleIdx="1" presStyleCnt="4"/>
      <dgm:spPr/>
    </dgm:pt>
    <dgm:pt modelId="{D20F7225-03AA-455A-AA99-47C83982082B}" type="pres">
      <dgm:prSet presAssocID="{5CEC5444-E7D3-43CB-AD70-E454EEC474DF}" presName="composite" presStyleCnt="0"/>
      <dgm:spPr/>
    </dgm:pt>
    <dgm:pt modelId="{128C1BA2-0B60-4791-9301-E32FF5F4BBC9}" type="pres">
      <dgm:prSet presAssocID="{5CEC5444-E7D3-43CB-AD70-E454EEC474DF}" presName="imagSh" presStyleLbl="bgImgPlac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 outline"/>
        </a:ext>
      </dgm:extLst>
    </dgm:pt>
    <dgm:pt modelId="{6EA6933C-D2B1-4DD6-90D3-F03426427F29}" type="pres">
      <dgm:prSet presAssocID="{5CEC5444-E7D3-43CB-AD70-E454EEC474DF}" presName="txNode" presStyleLbl="node1" presStyleIdx="2" presStyleCnt="5">
        <dgm:presLayoutVars>
          <dgm:bulletEnabled val="1"/>
        </dgm:presLayoutVars>
      </dgm:prSet>
      <dgm:spPr/>
    </dgm:pt>
    <dgm:pt modelId="{C12131D0-6F01-4DC6-A29E-DD16BC6628DB}" type="pres">
      <dgm:prSet presAssocID="{BCA65577-6BC6-4192-8723-D239FC516A04}" presName="sibTrans" presStyleLbl="sibTrans2D1" presStyleIdx="2" presStyleCnt="4"/>
      <dgm:spPr/>
    </dgm:pt>
    <dgm:pt modelId="{7EE54C2A-77C5-44D6-BC3A-390537104553}" type="pres">
      <dgm:prSet presAssocID="{BCA65577-6BC6-4192-8723-D239FC516A04}" presName="connTx" presStyleLbl="sibTrans2D1" presStyleIdx="2" presStyleCnt="4"/>
      <dgm:spPr/>
    </dgm:pt>
    <dgm:pt modelId="{6EEC88A7-8DB1-42AB-AD48-23210F991037}" type="pres">
      <dgm:prSet presAssocID="{9D546837-754D-4676-A038-E0DA9AF9768C}" presName="composite" presStyleCnt="0"/>
      <dgm:spPr/>
    </dgm:pt>
    <dgm:pt modelId="{00C28DDE-F245-4198-858A-AE5D0A850D4B}" type="pres">
      <dgm:prSet presAssocID="{9D546837-754D-4676-A038-E0DA9AF9768C}" presName="imagSh" presStyleLbl="bgImgPlac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outline"/>
        </a:ext>
      </dgm:extLst>
    </dgm:pt>
    <dgm:pt modelId="{4BA3E4D5-F5FD-4C7B-9911-57FCDDEC39C6}" type="pres">
      <dgm:prSet presAssocID="{9D546837-754D-4676-A038-E0DA9AF9768C}" presName="txNode" presStyleLbl="node1" presStyleIdx="3" presStyleCnt="5">
        <dgm:presLayoutVars>
          <dgm:bulletEnabled val="1"/>
        </dgm:presLayoutVars>
      </dgm:prSet>
      <dgm:spPr/>
    </dgm:pt>
    <dgm:pt modelId="{0F4638E9-70CB-42C1-B25F-A5C12C00EBE9}" type="pres">
      <dgm:prSet presAssocID="{0EB5D07E-1C2F-4D84-A95F-985CC5B967C7}" presName="sibTrans" presStyleLbl="sibTrans2D1" presStyleIdx="3" presStyleCnt="4"/>
      <dgm:spPr/>
    </dgm:pt>
    <dgm:pt modelId="{D366D622-A019-4352-9C5C-2F2BE8B3FD63}" type="pres">
      <dgm:prSet presAssocID="{0EB5D07E-1C2F-4D84-A95F-985CC5B967C7}" presName="connTx" presStyleLbl="sibTrans2D1" presStyleIdx="3" presStyleCnt="4"/>
      <dgm:spPr/>
    </dgm:pt>
    <dgm:pt modelId="{D0FB4681-6B02-447F-A528-5FFACD6D4887}" type="pres">
      <dgm:prSet presAssocID="{812557EF-573B-48B2-BD99-E924DCD26013}" presName="composite" presStyleCnt="0"/>
      <dgm:spPr/>
    </dgm:pt>
    <dgm:pt modelId="{14629040-12AE-4732-A757-3C1565ACC61C}" type="pres">
      <dgm:prSet presAssocID="{812557EF-573B-48B2-BD99-E924DCD26013}" presName="imagSh" presStyleLbl="bgImgPlac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 outline"/>
        </a:ext>
      </dgm:extLst>
    </dgm:pt>
    <dgm:pt modelId="{94A00BFC-93DE-45E4-8EC4-672CC3405F92}" type="pres">
      <dgm:prSet presAssocID="{812557EF-573B-48B2-BD99-E924DCD26013}" presName="txNode" presStyleLbl="node1" presStyleIdx="4" presStyleCnt="5">
        <dgm:presLayoutVars>
          <dgm:bulletEnabled val="1"/>
        </dgm:presLayoutVars>
      </dgm:prSet>
      <dgm:spPr/>
    </dgm:pt>
  </dgm:ptLst>
  <dgm:cxnLst>
    <dgm:cxn modelId="{17686205-1FEF-42E0-AF6A-B9392DAF48D9}" srcId="{812557EF-573B-48B2-BD99-E924DCD26013}" destId="{3CF42560-0540-42E7-98A6-7EDE5CD70016}" srcOrd="0" destOrd="0" parTransId="{D9F32219-C2F6-4D93-AE02-A72DAEA6A9F8}" sibTransId="{F048A1CF-2513-41DF-BB62-787722C47E20}"/>
    <dgm:cxn modelId="{2FA5C907-993F-4A5B-A48D-8E20F0D07902}" srcId="{B4D55689-F5F8-4981-A897-468382945851}" destId="{78A78D1B-362F-4BDA-9507-9DD9DDDA459A}" srcOrd="0" destOrd="0" parTransId="{DDC757F8-6192-4CAC-87FB-2C87BA65A51E}" sibTransId="{EDF22565-83DA-47A8-87C9-7CA13A8043FB}"/>
    <dgm:cxn modelId="{9F7CC613-D6DE-43A1-8FBE-414E6434AAD1}" type="presOf" srcId="{3193846B-C795-4E91-8D83-6B39C4FBB197}" destId="{6EA6933C-D2B1-4DD6-90D3-F03426427F29}" srcOrd="0" destOrd="1" presId="urn:microsoft.com/office/officeart/2005/8/layout/hProcess10"/>
    <dgm:cxn modelId="{C451C614-02B2-48AD-B4C2-CDF9EEA4E0A5}" srcId="{812557EF-573B-48B2-BD99-E924DCD26013}" destId="{2D7CD915-7A08-4DEE-8384-98247D99EF05}" srcOrd="3" destOrd="0" parTransId="{9B56CCD9-A244-4138-A2F9-43B4E111646A}" sibTransId="{FDC25153-3E86-415F-9A0C-C361FA56FE5E}"/>
    <dgm:cxn modelId="{C304E31B-9CA6-4E65-98D3-0B83722EB49E}" srcId="{B4D55689-F5F8-4981-A897-468382945851}" destId="{5CEC5444-E7D3-43CB-AD70-E454EEC474DF}" srcOrd="2" destOrd="0" parTransId="{83024CB5-7870-4BA3-8D6F-FD466F919143}" sibTransId="{BCA65577-6BC6-4192-8723-D239FC516A04}"/>
    <dgm:cxn modelId="{5E95521C-ED0A-4020-8504-EE324F65DC9A}" type="presOf" srcId="{AB82B7E5-EF49-4EF5-8780-9AA67DEFCB2F}" destId="{7C40323E-5E39-4551-A283-63E7302DC420}" srcOrd="0" destOrd="1" presId="urn:microsoft.com/office/officeart/2005/8/layout/hProcess10"/>
    <dgm:cxn modelId="{560F5125-F894-4127-8872-6C6280352E94}" type="presOf" srcId="{54002CBD-5E00-409F-B3E5-7442320ECB28}" destId="{94A00BFC-93DE-45E4-8EC4-672CC3405F92}" srcOrd="0" destOrd="3" presId="urn:microsoft.com/office/officeart/2005/8/layout/hProcess10"/>
    <dgm:cxn modelId="{FDE58E27-ECF6-4FB0-9D88-B83303D8BA29}" type="presOf" srcId="{EDF22565-83DA-47A8-87C9-7CA13A8043FB}" destId="{B8717011-071A-4A7D-9450-74E9FFCFFBEB}" srcOrd="1" destOrd="0" presId="urn:microsoft.com/office/officeart/2005/8/layout/hProcess10"/>
    <dgm:cxn modelId="{42FE1E2E-5710-4A28-9CE5-4F39C8A0E5DB}" type="presOf" srcId="{3CF42560-0540-42E7-98A6-7EDE5CD70016}" destId="{94A00BFC-93DE-45E4-8EC4-672CC3405F92}" srcOrd="0" destOrd="1" presId="urn:microsoft.com/office/officeart/2005/8/layout/hProcess10"/>
    <dgm:cxn modelId="{9FC7CC30-BFBB-4659-A309-581608E25AAE}" type="presOf" srcId="{4A8C2C4C-DAFC-4BE7-96DB-7D1060D1BF35}" destId="{9C6026D9-14AB-4CC3-A8C3-CFF4735807F3}" srcOrd="1" destOrd="0" presId="urn:microsoft.com/office/officeart/2005/8/layout/hProcess10"/>
    <dgm:cxn modelId="{C2FD8131-9555-457E-8A8B-2F3DF39EF35C}" type="presOf" srcId="{709D83C5-F9B1-4EFD-87B2-E3B635861D4B}" destId="{E95A7B6E-55DD-4876-810B-9E66EB53DC4A}" srcOrd="0" destOrd="1" presId="urn:microsoft.com/office/officeart/2005/8/layout/hProcess10"/>
    <dgm:cxn modelId="{4E2F3033-226B-447E-BF6D-6DAC23B054DD}" srcId="{78A78D1B-362F-4BDA-9507-9DD9DDDA459A}" destId="{668C1ADF-33A9-4F5E-8C55-7BA814CBA59D}" srcOrd="1" destOrd="0" parTransId="{0501044F-75C6-4BA9-9D3B-35EEDCD6A230}" sibTransId="{99B5D073-80EF-4E46-9734-F182073EDCA6}"/>
    <dgm:cxn modelId="{E24EC55D-CB5E-4283-8D32-33F867708FFC}" srcId="{B4D55689-F5F8-4981-A897-468382945851}" destId="{812557EF-573B-48B2-BD99-E924DCD26013}" srcOrd="4" destOrd="0" parTransId="{306734DA-4967-4258-9AD1-783FDC09F8BE}" sibTransId="{5957C009-5379-47B9-AE95-0AA7F7BFFB9C}"/>
    <dgm:cxn modelId="{37AE5762-5AB0-4BF7-A6BA-9F5B709DEA92}" srcId="{AECC52E3-8822-4B08-8F5D-BE27E27618E3}" destId="{93CC580E-1A5C-48EE-89CE-5157061AB8BB}" srcOrd="1" destOrd="0" parTransId="{8410E903-7843-4720-B806-7A46096E117D}" sibTransId="{B7692284-7D34-4954-98E3-52FB2877BB47}"/>
    <dgm:cxn modelId="{B2DCE863-4284-49BB-9255-9371133DD00A}" type="presOf" srcId="{BCA65577-6BC6-4192-8723-D239FC516A04}" destId="{C12131D0-6F01-4DC6-A29E-DD16BC6628DB}" srcOrd="0" destOrd="0" presId="urn:microsoft.com/office/officeart/2005/8/layout/hProcess10"/>
    <dgm:cxn modelId="{CFE9BB47-E10F-4836-ACE5-8F6052479953}" type="presOf" srcId="{812557EF-573B-48B2-BD99-E924DCD26013}" destId="{94A00BFC-93DE-45E4-8EC4-672CC3405F92}" srcOrd="0" destOrd="0" presId="urn:microsoft.com/office/officeart/2005/8/layout/hProcess10"/>
    <dgm:cxn modelId="{A864624E-8E68-4C40-A6C4-18104C2DB57C}" type="presOf" srcId="{EDF22565-83DA-47A8-87C9-7CA13A8043FB}" destId="{C225DF5B-8558-43DB-AD67-FE1B3E55D328}" srcOrd="0" destOrd="0" presId="urn:microsoft.com/office/officeart/2005/8/layout/hProcess10"/>
    <dgm:cxn modelId="{0039B350-798D-4BEC-9585-C3A85F71E962}" srcId="{812557EF-573B-48B2-BD99-E924DCD26013}" destId="{54002CBD-5E00-409F-B3E5-7442320ECB28}" srcOrd="2" destOrd="0" parTransId="{185F92D9-C6F9-44D8-A793-651C55A1ABE5}" sibTransId="{CDBFC326-4FA1-41F6-A6AE-EC20712F368B}"/>
    <dgm:cxn modelId="{3A973671-8119-4712-81E9-B425162C1C37}" type="presOf" srcId="{93CC580E-1A5C-48EE-89CE-5157061AB8BB}" destId="{E95A7B6E-55DD-4876-810B-9E66EB53DC4A}" srcOrd="0" destOrd="2" presId="urn:microsoft.com/office/officeart/2005/8/layout/hProcess10"/>
    <dgm:cxn modelId="{9CAF3771-0F1E-4981-BCAE-8E3BEF1EAF92}" srcId="{AECC52E3-8822-4B08-8F5D-BE27E27618E3}" destId="{709D83C5-F9B1-4EFD-87B2-E3B635861D4B}" srcOrd="0" destOrd="0" parTransId="{9BEE0D3E-BD9F-486C-A7B7-0943445F8C04}" sibTransId="{A8C59C7A-6DB6-460E-8393-6B36CC7EF0DF}"/>
    <dgm:cxn modelId="{0AE5187D-B8B1-42B4-BC6A-C4A5055F2477}" type="presOf" srcId="{908922F2-A3AE-4293-9A0A-9502978B211A}" destId="{94A00BFC-93DE-45E4-8EC4-672CC3405F92}" srcOrd="0" destOrd="2" presId="urn:microsoft.com/office/officeart/2005/8/layout/hProcess10"/>
    <dgm:cxn modelId="{68B7597D-FFEF-42B2-B5B7-1BE6E6B3DF00}" srcId="{9D546837-754D-4676-A038-E0DA9AF9768C}" destId="{01F7F4E3-3E0E-4C13-8ECC-407252C57AA6}" srcOrd="1" destOrd="0" parTransId="{8AE53D56-35A5-4BD7-9279-EFDE7AA2EE77}" sibTransId="{7EAE64ED-2FFE-4D69-931E-7DEF72F4CDE7}"/>
    <dgm:cxn modelId="{A3DF7084-3D63-4433-9D75-9A5C611D75E7}" srcId="{B4D55689-F5F8-4981-A897-468382945851}" destId="{AECC52E3-8822-4B08-8F5D-BE27E27618E3}" srcOrd="1" destOrd="0" parTransId="{2A7288AF-E6EB-4FE3-9708-DAFB511DA40C}" sibTransId="{4A8C2C4C-DAFC-4BE7-96DB-7D1060D1BF35}"/>
    <dgm:cxn modelId="{7BBD8A85-AB4E-4361-95EE-04A4989D2711}" type="presOf" srcId="{668C1ADF-33A9-4F5E-8C55-7BA814CBA59D}" destId="{7C40323E-5E39-4551-A283-63E7302DC420}" srcOrd="0" destOrd="2" presId="urn:microsoft.com/office/officeart/2005/8/layout/hProcess10"/>
    <dgm:cxn modelId="{5457038A-D2CD-42A8-A44D-C53C5B224865}" type="presOf" srcId="{78A78D1B-362F-4BDA-9507-9DD9DDDA459A}" destId="{7C40323E-5E39-4551-A283-63E7302DC420}" srcOrd="0" destOrd="0" presId="urn:microsoft.com/office/officeart/2005/8/layout/hProcess10"/>
    <dgm:cxn modelId="{DC76ED8E-30DE-4CE2-A9D9-84469700991E}" type="presOf" srcId="{B4D55689-F5F8-4981-A897-468382945851}" destId="{81C34EB0-D1CB-4CEB-96FA-33AE4E3F1351}" srcOrd="0" destOrd="0" presId="urn:microsoft.com/office/officeart/2005/8/layout/hProcess10"/>
    <dgm:cxn modelId="{F0FF789C-8255-41B6-93DE-87C01C425C35}" type="presOf" srcId="{4A8C2C4C-DAFC-4BE7-96DB-7D1060D1BF35}" destId="{765FAE79-C866-4830-ABFF-CCF6068174FD}" srcOrd="0" destOrd="0" presId="urn:microsoft.com/office/officeart/2005/8/layout/hProcess10"/>
    <dgm:cxn modelId="{B19CA7B1-5C79-497F-96E4-2A176979D09B}" srcId="{5CEC5444-E7D3-43CB-AD70-E454EEC474DF}" destId="{3C8F41FD-4EF1-47EA-B4B7-42ABB6FF6D10}" srcOrd="1" destOrd="0" parTransId="{18A5AE0C-4EA1-4CEE-B4D8-56DFE1CC74A8}" sibTransId="{E7C489BC-746D-4AC7-B76D-C66ABFA6DA09}"/>
    <dgm:cxn modelId="{DDA93EBB-DFEF-43CC-A948-54DD6326469D}" type="presOf" srcId="{0EB5D07E-1C2F-4D84-A95F-985CC5B967C7}" destId="{0F4638E9-70CB-42C1-B25F-A5C12C00EBE9}" srcOrd="0" destOrd="0" presId="urn:microsoft.com/office/officeart/2005/8/layout/hProcess10"/>
    <dgm:cxn modelId="{C63D64BF-B2AC-40C9-B8F6-17C7B80A3807}" type="presOf" srcId="{01F7F4E3-3E0E-4C13-8ECC-407252C57AA6}" destId="{4BA3E4D5-F5FD-4C7B-9911-57FCDDEC39C6}" srcOrd="0" destOrd="2" presId="urn:microsoft.com/office/officeart/2005/8/layout/hProcess10"/>
    <dgm:cxn modelId="{0A271DC5-2A93-4514-831A-73B46D8F8824}" srcId="{5CEC5444-E7D3-43CB-AD70-E454EEC474DF}" destId="{3193846B-C795-4E91-8D83-6B39C4FBB197}" srcOrd="0" destOrd="0" parTransId="{9E3A1F7E-BD11-40B6-ABF9-88B058AEAA7C}" sibTransId="{1566DFA3-EBB8-4E35-AF90-87B20803EBE2}"/>
    <dgm:cxn modelId="{63E593CA-14AF-474A-8888-6B217E13E55F}" type="presOf" srcId="{5CEC5444-E7D3-43CB-AD70-E454EEC474DF}" destId="{6EA6933C-D2B1-4DD6-90D3-F03426427F29}" srcOrd="0" destOrd="0" presId="urn:microsoft.com/office/officeart/2005/8/layout/hProcess10"/>
    <dgm:cxn modelId="{ADD6A3CF-59E7-4F93-9AA4-DDCBD4D71074}" type="presOf" srcId="{2D7CD915-7A08-4DEE-8384-98247D99EF05}" destId="{94A00BFC-93DE-45E4-8EC4-672CC3405F92}" srcOrd="0" destOrd="4" presId="urn:microsoft.com/office/officeart/2005/8/layout/hProcess10"/>
    <dgm:cxn modelId="{C01F1FD0-6A24-4023-8E7D-C7D4DCE14E4A}" type="presOf" srcId="{0EB5D07E-1C2F-4D84-A95F-985CC5B967C7}" destId="{D366D622-A019-4352-9C5C-2F2BE8B3FD63}" srcOrd="1" destOrd="0" presId="urn:microsoft.com/office/officeart/2005/8/layout/hProcess10"/>
    <dgm:cxn modelId="{92B913D5-32F8-49A0-8944-BF63FA237FC0}" srcId="{812557EF-573B-48B2-BD99-E924DCD26013}" destId="{908922F2-A3AE-4293-9A0A-9502978B211A}" srcOrd="1" destOrd="0" parTransId="{A257914D-24EA-4680-874F-AEA03414AFBE}" sibTransId="{C9741434-8BE3-4BDD-B8CA-05FA124F4BD1}"/>
    <dgm:cxn modelId="{CC2650D9-5CF9-43DA-A508-CFF58C86CD88}" srcId="{B4D55689-F5F8-4981-A897-468382945851}" destId="{9D546837-754D-4676-A038-E0DA9AF9768C}" srcOrd="3" destOrd="0" parTransId="{FDE226FD-CDAE-4436-A14F-0571C004ECB6}" sibTransId="{0EB5D07E-1C2F-4D84-A95F-985CC5B967C7}"/>
    <dgm:cxn modelId="{CA9507DF-B5E5-4781-8C91-05BC58D5849B}" type="presOf" srcId="{3C8F41FD-4EF1-47EA-B4B7-42ABB6FF6D10}" destId="{6EA6933C-D2B1-4DD6-90D3-F03426427F29}" srcOrd="0" destOrd="2" presId="urn:microsoft.com/office/officeart/2005/8/layout/hProcess10"/>
    <dgm:cxn modelId="{B9A42AEE-E0CE-40E3-BDC4-E73321DE4706}" srcId="{9D546837-754D-4676-A038-E0DA9AF9768C}" destId="{739EDF9E-9760-4C13-817C-A2D603DF29B0}" srcOrd="0" destOrd="0" parTransId="{339F3EB8-55D6-4981-99E6-2A3F9546791D}" sibTransId="{D12D1710-EB20-4E57-B6B8-7462E5F6F58B}"/>
    <dgm:cxn modelId="{114B6BF5-6C8F-447A-8236-840325575C02}" type="presOf" srcId="{739EDF9E-9760-4C13-817C-A2D603DF29B0}" destId="{4BA3E4D5-F5FD-4C7B-9911-57FCDDEC39C6}" srcOrd="0" destOrd="1" presId="urn:microsoft.com/office/officeart/2005/8/layout/hProcess10"/>
    <dgm:cxn modelId="{A5905AF7-20DB-44F8-9157-CA1BDDAC00B6}" srcId="{78A78D1B-362F-4BDA-9507-9DD9DDDA459A}" destId="{AB82B7E5-EF49-4EF5-8780-9AA67DEFCB2F}" srcOrd="0" destOrd="0" parTransId="{D84261DE-8D24-4F9D-864B-C8B81CD70A0D}" sibTransId="{0986D60B-9FEF-4FF6-9276-3F566D398C92}"/>
    <dgm:cxn modelId="{264454FB-2237-44BE-909C-098ED3725D45}" type="presOf" srcId="{9D546837-754D-4676-A038-E0DA9AF9768C}" destId="{4BA3E4D5-F5FD-4C7B-9911-57FCDDEC39C6}" srcOrd="0" destOrd="0" presId="urn:microsoft.com/office/officeart/2005/8/layout/hProcess10"/>
    <dgm:cxn modelId="{ED35C2FD-9E95-4C63-834F-7D1A02C887F6}" type="presOf" srcId="{BCA65577-6BC6-4192-8723-D239FC516A04}" destId="{7EE54C2A-77C5-44D6-BC3A-390537104553}" srcOrd="1" destOrd="0" presId="urn:microsoft.com/office/officeart/2005/8/layout/hProcess10"/>
    <dgm:cxn modelId="{54E0FFFF-43EC-4CC3-8256-B39E30E936FB}" type="presOf" srcId="{AECC52E3-8822-4B08-8F5D-BE27E27618E3}" destId="{E95A7B6E-55DD-4876-810B-9E66EB53DC4A}" srcOrd="0" destOrd="0" presId="urn:microsoft.com/office/officeart/2005/8/layout/hProcess10"/>
    <dgm:cxn modelId="{C646F585-06A2-4C6C-803F-4263B350594F}" type="presParOf" srcId="{81C34EB0-D1CB-4CEB-96FA-33AE4E3F1351}" destId="{31D88C9D-4AB5-4665-A6DF-10450B759BA7}" srcOrd="0" destOrd="0" presId="urn:microsoft.com/office/officeart/2005/8/layout/hProcess10"/>
    <dgm:cxn modelId="{F5A1AFE6-D6B5-4282-8585-660838321059}" type="presParOf" srcId="{31D88C9D-4AB5-4665-A6DF-10450B759BA7}" destId="{ADFD4861-C0F0-4C44-8495-5B2646F09AD8}" srcOrd="0" destOrd="0" presId="urn:microsoft.com/office/officeart/2005/8/layout/hProcess10"/>
    <dgm:cxn modelId="{696049C4-825A-410A-9173-5E4CC774804E}" type="presParOf" srcId="{31D88C9D-4AB5-4665-A6DF-10450B759BA7}" destId="{7C40323E-5E39-4551-A283-63E7302DC420}" srcOrd="1" destOrd="0" presId="urn:microsoft.com/office/officeart/2005/8/layout/hProcess10"/>
    <dgm:cxn modelId="{13B1E094-9BE1-4C11-9DAF-60D7F4E8BC09}" type="presParOf" srcId="{81C34EB0-D1CB-4CEB-96FA-33AE4E3F1351}" destId="{C225DF5B-8558-43DB-AD67-FE1B3E55D328}" srcOrd="1" destOrd="0" presId="urn:microsoft.com/office/officeart/2005/8/layout/hProcess10"/>
    <dgm:cxn modelId="{D7610D33-B89A-4F0D-A8BF-3D8AF3E9DDCE}" type="presParOf" srcId="{C225DF5B-8558-43DB-AD67-FE1B3E55D328}" destId="{B8717011-071A-4A7D-9450-74E9FFCFFBEB}" srcOrd="0" destOrd="0" presId="urn:microsoft.com/office/officeart/2005/8/layout/hProcess10"/>
    <dgm:cxn modelId="{C4CBB2CF-7B1E-4C68-BBA8-EBCE5BBDD6F5}" type="presParOf" srcId="{81C34EB0-D1CB-4CEB-96FA-33AE4E3F1351}" destId="{5131BA54-B435-4A6F-AC65-3AC845915BC3}" srcOrd="2" destOrd="0" presId="urn:microsoft.com/office/officeart/2005/8/layout/hProcess10"/>
    <dgm:cxn modelId="{F597BEA3-07E6-48E8-A367-84BF7AB4A68B}" type="presParOf" srcId="{5131BA54-B435-4A6F-AC65-3AC845915BC3}" destId="{C89326AF-F493-48CC-8A0B-1FB3732CE0EA}" srcOrd="0" destOrd="0" presId="urn:microsoft.com/office/officeart/2005/8/layout/hProcess10"/>
    <dgm:cxn modelId="{09C72E90-7A9A-4462-B0F0-8490D301AF40}" type="presParOf" srcId="{5131BA54-B435-4A6F-AC65-3AC845915BC3}" destId="{E95A7B6E-55DD-4876-810B-9E66EB53DC4A}" srcOrd="1" destOrd="0" presId="urn:microsoft.com/office/officeart/2005/8/layout/hProcess10"/>
    <dgm:cxn modelId="{1849E0F8-064D-4BC2-8072-3868022C1BF3}" type="presParOf" srcId="{81C34EB0-D1CB-4CEB-96FA-33AE4E3F1351}" destId="{765FAE79-C866-4830-ABFF-CCF6068174FD}" srcOrd="3" destOrd="0" presId="urn:microsoft.com/office/officeart/2005/8/layout/hProcess10"/>
    <dgm:cxn modelId="{C8DC825B-C1DA-43FD-A798-76B0B3AF283A}" type="presParOf" srcId="{765FAE79-C866-4830-ABFF-CCF6068174FD}" destId="{9C6026D9-14AB-4CC3-A8C3-CFF4735807F3}" srcOrd="0" destOrd="0" presId="urn:microsoft.com/office/officeart/2005/8/layout/hProcess10"/>
    <dgm:cxn modelId="{66E76700-1126-424E-9466-69288500CDD1}" type="presParOf" srcId="{81C34EB0-D1CB-4CEB-96FA-33AE4E3F1351}" destId="{D20F7225-03AA-455A-AA99-47C83982082B}" srcOrd="4" destOrd="0" presId="urn:microsoft.com/office/officeart/2005/8/layout/hProcess10"/>
    <dgm:cxn modelId="{C4E6BEAA-FEE8-4077-A69D-082019C00351}" type="presParOf" srcId="{D20F7225-03AA-455A-AA99-47C83982082B}" destId="{128C1BA2-0B60-4791-9301-E32FF5F4BBC9}" srcOrd="0" destOrd="0" presId="urn:microsoft.com/office/officeart/2005/8/layout/hProcess10"/>
    <dgm:cxn modelId="{0146C918-3646-43EA-8C83-C87ED59AA8F8}" type="presParOf" srcId="{D20F7225-03AA-455A-AA99-47C83982082B}" destId="{6EA6933C-D2B1-4DD6-90D3-F03426427F29}" srcOrd="1" destOrd="0" presId="urn:microsoft.com/office/officeart/2005/8/layout/hProcess10"/>
    <dgm:cxn modelId="{A13F3D9B-6C70-49C7-ABB7-416D30C7201C}" type="presParOf" srcId="{81C34EB0-D1CB-4CEB-96FA-33AE4E3F1351}" destId="{C12131D0-6F01-4DC6-A29E-DD16BC6628DB}" srcOrd="5" destOrd="0" presId="urn:microsoft.com/office/officeart/2005/8/layout/hProcess10"/>
    <dgm:cxn modelId="{B1A89D8F-B4D0-417D-AD54-D9C95230DB45}" type="presParOf" srcId="{C12131D0-6F01-4DC6-A29E-DD16BC6628DB}" destId="{7EE54C2A-77C5-44D6-BC3A-390537104553}" srcOrd="0" destOrd="0" presId="urn:microsoft.com/office/officeart/2005/8/layout/hProcess10"/>
    <dgm:cxn modelId="{03BA3979-355F-42B3-B8FD-F8BC1DEC3CB6}" type="presParOf" srcId="{81C34EB0-D1CB-4CEB-96FA-33AE4E3F1351}" destId="{6EEC88A7-8DB1-42AB-AD48-23210F991037}" srcOrd="6" destOrd="0" presId="urn:microsoft.com/office/officeart/2005/8/layout/hProcess10"/>
    <dgm:cxn modelId="{2B1D1E09-C876-4B70-BDAE-900A5B6A3FA0}" type="presParOf" srcId="{6EEC88A7-8DB1-42AB-AD48-23210F991037}" destId="{00C28DDE-F245-4198-858A-AE5D0A850D4B}" srcOrd="0" destOrd="0" presId="urn:microsoft.com/office/officeart/2005/8/layout/hProcess10"/>
    <dgm:cxn modelId="{52293BF0-FB65-48FA-95CD-AD23C81D7152}" type="presParOf" srcId="{6EEC88A7-8DB1-42AB-AD48-23210F991037}" destId="{4BA3E4D5-F5FD-4C7B-9911-57FCDDEC39C6}" srcOrd="1" destOrd="0" presId="urn:microsoft.com/office/officeart/2005/8/layout/hProcess10"/>
    <dgm:cxn modelId="{F867D706-C3DF-470D-845D-998DA12016EC}" type="presParOf" srcId="{81C34EB0-D1CB-4CEB-96FA-33AE4E3F1351}" destId="{0F4638E9-70CB-42C1-B25F-A5C12C00EBE9}" srcOrd="7" destOrd="0" presId="urn:microsoft.com/office/officeart/2005/8/layout/hProcess10"/>
    <dgm:cxn modelId="{7AE1099D-0999-4B8F-96BE-E39C55354E68}" type="presParOf" srcId="{0F4638E9-70CB-42C1-B25F-A5C12C00EBE9}" destId="{D366D622-A019-4352-9C5C-2F2BE8B3FD63}" srcOrd="0" destOrd="0" presId="urn:microsoft.com/office/officeart/2005/8/layout/hProcess10"/>
    <dgm:cxn modelId="{157DD885-0628-492C-B0F6-F08431B54418}" type="presParOf" srcId="{81C34EB0-D1CB-4CEB-96FA-33AE4E3F1351}" destId="{D0FB4681-6B02-447F-A528-5FFACD6D4887}" srcOrd="8" destOrd="0" presId="urn:microsoft.com/office/officeart/2005/8/layout/hProcess10"/>
    <dgm:cxn modelId="{DD3A35A2-A18A-4E63-810E-BE90505E7A5D}" type="presParOf" srcId="{D0FB4681-6B02-447F-A528-5FFACD6D4887}" destId="{14629040-12AE-4732-A757-3C1565ACC61C}" srcOrd="0" destOrd="0" presId="urn:microsoft.com/office/officeart/2005/8/layout/hProcess10"/>
    <dgm:cxn modelId="{F2C12623-E337-451D-9648-18490D81A0BF}" type="presParOf" srcId="{D0FB4681-6B02-447F-A528-5FFACD6D4887}" destId="{94A00BFC-93DE-45E4-8EC4-672CC3405F92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0A25FA-A13A-4CA2-A633-44FA4D35443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67BE9A7-AEBB-4E3C-8749-EB17AE1EE614}">
      <dgm:prSet phldrT="[Text]"/>
      <dgm:spPr/>
      <dgm:t>
        <a:bodyPr/>
        <a:lstStyle/>
        <a:p>
          <a:pPr latinLnBrk="1"/>
          <a:r>
            <a:rPr lang="en-US" altLang="ko-KR" dirty="0"/>
            <a:t>7</a:t>
          </a:r>
          <a:endParaRPr lang="ko-KR" altLang="en-US" dirty="0"/>
        </a:p>
      </dgm:t>
    </dgm:pt>
    <dgm:pt modelId="{5577C9DB-76D8-46E7-A6C8-42F7D0C01083}" type="parTrans" cxnId="{9031BC8C-2AC5-4FBE-96DF-9DD8662ADAA4}">
      <dgm:prSet/>
      <dgm:spPr/>
      <dgm:t>
        <a:bodyPr/>
        <a:lstStyle/>
        <a:p>
          <a:pPr latinLnBrk="1"/>
          <a:endParaRPr lang="ko-KR" altLang="en-US"/>
        </a:p>
      </dgm:t>
    </dgm:pt>
    <dgm:pt modelId="{CB81A63B-20DB-47B9-B5FC-621428F3B3D3}" type="sibTrans" cxnId="{9031BC8C-2AC5-4FBE-96DF-9DD8662ADAA4}">
      <dgm:prSet/>
      <dgm:spPr/>
      <dgm:t>
        <a:bodyPr/>
        <a:lstStyle/>
        <a:p>
          <a:pPr latinLnBrk="1"/>
          <a:endParaRPr lang="ko-KR" altLang="en-US"/>
        </a:p>
      </dgm:t>
    </dgm:pt>
    <dgm:pt modelId="{A4D9B3CC-C908-4410-B17D-50AAA70B9010}">
      <dgm:prSet phldrT="[Text]"/>
      <dgm:spPr/>
      <dgm:t>
        <a:bodyPr/>
        <a:lstStyle/>
        <a:p>
          <a:pPr latinLnBrk="1"/>
          <a:r>
            <a:rPr lang="en-US" altLang="ko-KR" dirty="0"/>
            <a:t>Application layer: FTP, SMTP, Telnet </a:t>
          </a:r>
          <a:endParaRPr lang="ko-KR" altLang="en-US" dirty="0"/>
        </a:p>
      </dgm:t>
    </dgm:pt>
    <dgm:pt modelId="{F36FE40E-5EEC-4D97-956A-861AF0DFA9D1}" type="parTrans" cxnId="{D26AD41D-25D1-4441-A1EF-055B1037B15E}">
      <dgm:prSet/>
      <dgm:spPr/>
      <dgm:t>
        <a:bodyPr/>
        <a:lstStyle/>
        <a:p>
          <a:pPr latinLnBrk="1"/>
          <a:endParaRPr lang="ko-KR" altLang="en-US"/>
        </a:p>
      </dgm:t>
    </dgm:pt>
    <dgm:pt modelId="{683B627D-6FC4-4212-83A4-CCBC5E9F9036}" type="sibTrans" cxnId="{D26AD41D-25D1-4441-A1EF-055B1037B15E}">
      <dgm:prSet/>
      <dgm:spPr/>
      <dgm:t>
        <a:bodyPr/>
        <a:lstStyle/>
        <a:p>
          <a:pPr latinLnBrk="1"/>
          <a:endParaRPr lang="ko-KR" altLang="en-US"/>
        </a:p>
      </dgm:t>
    </dgm:pt>
    <dgm:pt modelId="{B7877614-EA29-4D29-B9AD-A338123633BC}">
      <dgm:prSet phldrT="[Text]"/>
      <dgm:spPr/>
      <dgm:t>
        <a:bodyPr/>
        <a:lstStyle/>
        <a:p>
          <a:pPr latinLnBrk="1"/>
          <a:r>
            <a:rPr lang="en-US" altLang="ko-KR" dirty="0"/>
            <a:t>6</a:t>
          </a:r>
          <a:endParaRPr lang="ko-KR" altLang="en-US" dirty="0"/>
        </a:p>
      </dgm:t>
    </dgm:pt>
    <dgm:pt modelId="{29680C0D-0C77-45AE-8CB8-15CF8B4467A1}" type="parTrans" cxnId="{B275471D-7427-4C93-8523-B90F1A868016}">
      <dgm:prSet/>
      <dgm:spPr/>
      <dgm:t>
        <a:bodyPr/>
        <a:lstStyle/>
        <a:p>
          <a:pPr latinLnBrk="1"/>
          <a:endParaRPr lang="ko-KR" altLang="en-US"/>
        </a:p>
      </dgm:t>
    </dgm:pt>
    <dgm:pt modelId="{950841C9-D6E0-4F09-8BA4-021003E237A3}" type="sibTrans" cxnId="{B275471D-7427-4C93-8523-B90F1A868016}">
      <dgm:prSet/>
      <dgm:spPr/>
      <dgm:t>
        <a:bodyPr/>
        <a:lstStyle/>
        <a:p>
          <a:pPr latinLnBrk="1"/>
          <a:endParaRPr lang="ko-KR" altLang="en-US"/>
        </a:p>
      </dgm:t>
    </dgm:pt>
    <dgm:pt modelId="{DBABD995-54F7-4C9A-A91C-B94EC38474E8}">
      <dgm:prSet phldrT="[Text]"/>
      <dgm:spPr/>
      <dgm:t>
        <a:bodyPr/>
        <a:lstStyle/>
        <a:p>
          <a:pPr latinLnBrk="1"/>
          <a:r>
            <a:rPr lang="en-US" altLang="ko-KR" dirty="0"/>
            <a:t>Presentation layer: Format, Encryption</a:t>
          </a:r>
          <a:endParaRPr lang="ko-KR" altLang="en-US" dirty="0"/>
        </a:p>
      </dgm:t>
    </dgm:pt>
    <dgm:pt modelId="{6FAF0343-11BF-4C14-8A58-A1DE568F0F37}" type="parTrans" cxnId="{8E0C9E32-AF14-4703-A1B0-580A4E893958}">
      <dgm:prSet/>
      <dgm:spPr/>
      <dgm:t>
        <a:bodyPr/>
        <a:lstStyle/>
        <a:p>
          <a:pPr latinLnBrk="1"/>
          <a:endParaRPr lang="ko-KR" altLang="en-US"/>
        </a:p>
      </dgm:t>
    </dgm:pt>
    <dgm:pt modelId="{6DCB669E-56B8-44DB-A137-177F5842EF14}" type="sibTrans" cxnId="{8E0C9E32-AF14-4703-A1B0-580A4E893958}">
      <dgm:prSet/>
      <dgm:spPr/>
      <dgm:t>
        <a:bodyPr/>
        <a:lstStyle/>
        <a:p>
          <a:pPr latinLnBrk="1"/>
          <a:endParaRPr lang="ko-KR" altLang="en-US"/>
        </a:p>
      </dgm:t>
    </dgm:pt>
    <dgm:pt modelId="{8B73E55E-1F7E-4D18-AADD-272E003E40F7}">
      <dgm:prSet phldrT="[Text]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F2194D10-475F-48EE-B92A-EE9AD73EEEB6}" type="parTrans" cxnId="{693FAFA9-B55B-4FCB-833E-F4F3E7D763A8}">
      <dgm:prSet/>
      <dgm:spPr/>
      <dgm:t>
        <a:bodyPr/>
        <a:lstStyle/>
        <a:p>
          <a:pPr latinLnBrk="1"/>
          <a:endParaRPr lang="ko-KR" altLang="en-US"/>
        </a:p>
      </dgm:t>
    </dgm:pt>
    <dgm:pt modelId="{4F2D3760-E6A8-4D56-9D72-66F261CFEF30}" type="sibTrans" cxnId="{693FAFA9-B55B-4FCB-833E-F4F3E7D763A8}">
      <dgm:prSet/>
      <dgm:spPr/>
      <dgm:t>
        <a:bodyPr/>
        <a:lstStyle/>
        <a:p>
          <a:pPr latinLnBrk="1"/>
          <a:endParaRPr lang="ko-KR" altLang="en-US"/>
        </a:p>
      </dgm:t>
    </dgm:pt>
    <dgm:pt modelId="{CF7735A1-1449-4924-9C37-25EF67FF6D27}">
      <dgm:prSet phldrT="[Text]"/>
      <dgm:spPr/>
      <dgm:t>
        <a:bodyPr/>
        <a:lstStyle/>
        <a:p>
          <a:pPr latinLnBrk="1"/>
          <a:r>
            <a:rPr lang="en-US" altLang="ko-KR" dirty="0"/>
            <a:t>Session layer: Start/Stop session</a:t>
          </a:r>
          <a:endParaRPr lang="ko-KR" altLang="en-US" dirty="0"/>
        </a:p>
      </dgm:t>
    </dgm:pt>
    <dgm:pt modelId="{04858590-FA80-4FDB-BF3F-83E96C7E0F41}" type="parTrans" cxnId="{42B0CAB3-B728-4F4C-B204-F7935E9104C0}">
      <dgm:prSet/>
      <dgm:spPr/>
      <dgm:t>
        <a:bodyPr/>
        <a:lstStyle/>
        <a:p>
          <a:pPr latinLnBrk="1"/>
          <a:endParaRPr lang="ko-KR" altLang="en-US"/>
        </a:p>
      </dgm:t>
    </dgm:pt>
    <dgm:pt modelId="{AF3BD297-E87A-4331-A6AD-7C7D4E454855}" type="sibTrans" cxnId="{42B0CAB3-B728-4F4C-B204-F7935E9104C0}">
      <dgm:prSet/>
      <dgm:spPr/>
      <dgm:t>
        <a:bodyPr/>
        <a:lstStyle/>
        <a:p>
          <a:pPr latinLnBrk="1"/>
          <a:endParaRPr lang="ko-KR" altLang="en-US"/>
        </a:p>
      </dgm:t>
    </dgm:pt>
    <dgm:pt modelId="{4DFAE18B-9632-477A-A3D2-CA1D14E433CA}">
      <dgm:prSet phldrT="[Text]"/>
      <dgm:spPr/>
      <dgm:t>
        <a:bodyPr/>
        <a:lstStyle/>
        <a:p>
          <a:pPr latinLnBrk="1"/>
          <a:r>
            <a:rPr lang="en-US" altLang="ko-KR" dirty="0"/>
            <a:t>4</a:t>
          </a:r>
          <a:endParaRPr lang="ko-KR" altLang="en-US" dirty="0"/>
        </a:p>
      </dgm:t>
    </dgm:pt>
    <dgm:pt modelId="{D82D0E02-A7A6-4F3B-A5B7-F18CDC0F7A02}" type="parTrans" cxnId="{5FC095C6-00B4-49DD-BB2E-2C77DCF4BCA6}">
      <dgm:prSet/>
      <dgm:spPr/>
      <dgm:t>
        <a:bodyPr/>
        <a:lstStyle/>
        <a:p>
          <a:pPr latinLnBrk="1"/>
          <a:endParaRPr lang="ko-KR" altLang="en-US"/>
        </a:p>
      </dgm:t>
    </dgm:pt>
    <dgm:pt modelId="{FE2CA37F-589A-49A7-AE7D-3C09894CB897}" type="sibTrans" cxnId="{5FC095C6-00B4-49DD-BB2E-2C77DCF4BCA6}">
      <dgm:prSet/>
      <dgm:spPr/>
      <dgm:t>
        <a:bodyPr/>
        <a:lstStyle/>
        <a:p>
          <a:pPr latinLnBrk="1"/>
          <a:endParaRPr lang="ko-KR" altLang="en-US"/>
        </a:p>
      </dgm:t>
    </dgm:pt>
    <dgm:pt modelId="{7EC42B8D-90F2-4D02-B3DA-A3A7077C93DD}">
      <dgm:prSet phldrT="[Text]"/>
      <dgm:spPr/>
      <dgm:t>
        <a:bodyPr/>
        <a:lstStyle/>
        <a:p>
          <a:pPr latinLnBrk="1"/>
          <a:r>
            <a:rPr lang="en-US" altLang="ko-KR" dirty="0"/>
            <a:t>Transport layer: TCP, UCP, Port numbers</a:t>
          </a:r>
          <a:endParaRPr lang="ko-KR" altLang="en-US" dirty="0"/>
        </a:p>
      </dgm:t>
    </dgm:pt>
    <dgm:pt modelId="{2FDCE2B8-146A-4302-8E19-401511353CD9}" type="parTrans" cxnId="{A77238B4-1FC8-402B-A6B0-5328F2D4E651}">
      <dgm:prSet/>
      <dgm:spPr/>
      <dgm:t>
        <a:bodyPr/>
        <a:lstStyle/>
        <a:p>
          <a:pPr latinLnBrk="1"/>
          <a:endParaRPr lang="ko-KR" altLang="en-US"/>
        </a:p>
      </dgm:t>
    </dgm:pt>
    <dgm:pt modelId="{16093E65-E3F8-4C56-A4A8-E250DAA9448A}" type="sibTrans" cxnId="{A77238B4-1FC8-402B-A6B0-5328F2D4E651}">
      <dgm:prSet/>
      <dgm:spPr/>
      <dgm:t>
        <a:bodyPr/>
        <a:lstStyle/>
        <a:p>
          <a:pPr latinLnBrk="1"/>
          <a:endParaRPr lang="ko-KR" altLang="en-US"/>
        </a:p>
      </dgm:t>
    </dgm:pt>
    <dgm:pt modelId="{7E4D7B39-1801-477D-BC1A-EEF2B1F5C362}">
      <dgm:prSet phldrT="[Text]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B6DD1115-2F6D-424A-A2D8-C4D39F536B74}" type="parTrans" cxnId="{E15A51EF-9BD6-44CF-B9AD-29BFDD39E957}">
      <dgm:prSet/>
      <dgm:spPr/>
      <dgm:t>
        <a:bodyPr/>
        <a:lstStyle/>
        <a:p>
          <a:pPr latinLnBrk="1"/>
          <a:endParaRPr lang="ko-KR" altLang="en-US"/>
        </a:p>
      </dgm:t>
    </dgm:pt>
    <dgm:pt modelId="{CE67BDF9-A123-48C2-8254-F12F4BF132DE}" type="sibTrans" cxnId="{E15A51EF-9BD6-44CF-B9AD-29BFDD39E957}">
      <dgm:prSet/>
      <dgm:spPr/>
      <dgm:t>
        <a:bodyPr/>
        <a:lstStyle/>
        <a:p>
          <a:pPr latinLnBrk="1"/>
          <a:endParaRPr lang="ko-KR" altLang="en-US"/>
        </a:p>
      </dgm:t>
    </dgm:pt>
    <dgm:pt modelId="{D99E6089-EED7-4909-BA7C-0993726B8E9B}">
      <dgm:prSet phldrT="[Text]"/>
      <dgm:spPr/>
      <dgm:t>
        <a:bodyPr/>
        <a:lstStyle/>
        <a:p>
          <a:pPr latinLnBrk="1"/>
          <a:r>
            <a:rPr lang="en-US" altLang="ko-KR" dirty="0"/>
            <a:t>Network layer: IP address, routers</a:t>
          </a:r>
          <a:endParaRPr lang="ko-KR" altLang="en-US" dirty="0"/>
        </a:p>
      </dgm:t>
    </dgm:pt>
    <dgm:pt modelId="{678885EE-E16E-40FC-8E6A-E6D9366FBB22}" type="parTrans" cxnId="{DE5FD638-4145-4981-AD29-61FF66C481CE}">
      <dgm:prSet/>
      <dgm:spPr/>
      <dgm:t>
        <a:bodyPr/>
        <a:lstStyle/>
        <a:p>
          <a:pPr latinLnBrk="1"/>
          <a:endParaRPr lang="ko-KR" altLang="en-US"/>
        </a:p>
      </dgm:t>
    </dgm:pt>
    <dgm:pt modelId="{3A8ED2D2-9695-4274-8B3B-DBCD9F319F91}" type="sibTrans" cxnId="{DE5FD638-4145-4981-AD29-61FF66C481CE}">
      <dgm:prSet/>
      <dgm:spPr/>
      <dgm:t>
        <a:bodyPr/>
        <a:lstStyle/>
        <a:p>
          <a:pPr latinLnBrk="1"/>
          <a:endParaRPr lang="ko-KR" altLang="en-US"/>
        </a:p>
      </dgm:t>
    </dgm:pt>
    <dgm:pt modelId="{F108AEBC-7B66-47CF-98BC-F4CCF0EEB383}">
      <dgm:prSet phldrT="[Text]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B259BB29-70E4-469A-8147-2024750ADD69}" type="parTrans" cxnId="{DD57CF66-8FE4-48F0-BCBE-E06962460FC1}">
      <dgm:prSet/>
      <dgm:spPr/>
      <dgm:t>
        <a:bodyPr/>
        <a:lstStyle/>
        <a:p>
          <a:pPr latinLnBrk="1"/>
          <a:endParaRPr lang="ko-KR" altLang="en-US"/>
        </a:p>
      </dgm:t>
    </dgm:pt>
    <dgm:pt modelId="{3F32E7DF-DC34-4277-9C36-1DE741106557}" type="sibTrans" cxnId="{DD57CF66-8FE4-48F0-BCBE-E06962460FC1}">
      <dgm:prSet/>
      <dgm:spPr/>
      <dgm:t>
        <a:bodyPr/>
        <a:lstStyle/>
        <a:p>
          <a:pPr latinLnBrk="1"/>
          <a:endParaRPr lang="ko-KR" altLang="en-US"/>
        </a:p>
      </dgm:t>
    </dgm:pt>
    <dgm:pt modelId="{053C9D32-BCA8-40B0-BB3A-BB4F8DD18FEE}">
      <dgm:prSet phldrT="[Text]"/>
      <dgm:spPr/>
      <dgm:t>
        <a:bodyPr/>
        <a:lstStyle/>
        <a:p>
          <a:pPr latinLnBrk="1"/>
          <a:r>
            <a:rPr lang="en-US" altLang="ko-KR" dirty="0"/>
            <a:t>Data Link layer: MAC addresses switches</a:t>
          </a:r>
          <a:endParaRPr lang="ko-KR" altLang="en-US" dirty="0"/>
        </a:p>
      </dgm:t>
    </dgm:pt>
    <dgm:pt modelId="{567D7B40-A2A7-471E-8652-DCF29D0372DA}" type="parTrans" cxnId="{D64C41B0-6B83-466B-8457-902C443DB604}">
      <dgm:prSet/>
      <dgm:spPr/>
      <dgm:t>
        <a:bodyPr/>
        <a:lstStyle/>
        <a:p>
          <a:pPr latinLnBrk="1"/>
          <a:endParaRPr lang="ko-KR" altLang="en-US"/>
        </a:p>
      </dgm:t>
    </dgm:pt>
    <dgm:pt modelId="{768D863A-3EDF-4191-8899-135844A258FF}" type="sibTrans" cxnId="{D64C41B0-6B83-466B-8457-902C443DB604}">
      <dgm:prSet/>
      <dgm:spPr/>
      <dgm:t>
        <a:bodyPr/>
        <a:lstStyle/>
        <a:p>
          <a:pPr latinLnBrk="1"/>
          <a:endParaRPr lang="ko-KR" altLang="en-US"/>
        </a:p>
      </dgm:t>
    </dgm:pt>
    <dgm:pt modelId="{4C0AC257-BC88-469A-A80E-10D4BDCAA707}">
      <dgm:prSet phldrT="[Text]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E507332C-DCB0-4CC3-8165-A79FD2BB5367}" type="parTrans" cxnId="{D2E93FA7-5EB4-430C-845B-87EE49615D50}">
      <dgm:prSet/>
      <dgm:spPr/>
      <dgm:t>
        <a:bodyPr/>
        <a:lstStyle/>
        <a:p>
          <a:pPr latinLnBrk="1"/>
          <a:endParaRPr lang="ko-KR" altLang="en-US"/>
        </a:p>
      </dgm:t>
    </dgm:pt>
    <dgm:pt modelId="{9C442185-98A4-41A1-9223-C47094B7BA4A}" type="sibTrans" cxnId="{D2E93FA7-5EB4-430C-845B-87EE49615D50}">
      <dgm:prSet/>
      <dgm:spPr/>
      <dgm:t>
        <a:bodyPr/>
        <a:lstStyle/>
        <a:p>
          <a:pPr latinLnBrk="1"/>
          <a:endParaRPr lang="ko-KR" altLang="en-US"/>
        </a:p>
      </dgm:t>
    </dgm:pt>
    <dgm:pt modelId="{97A40FA3-0584-44CC-9DFC-A45317C88786}">
      <dgm:prSet phldrT="[Text]"/>
      <dgm:spPr/>
      <dgm:t>
        <a:bodyPr/>
        <a:lstStyle/>
        <a:p>
          <a:pPr latinLnBrk="1"/>
          <a:r>
            <a:rPr lang="en-US" altLang="ko-KR" dirty="0"/>
            <a:t>Physical layer: Cables, NIC, Hubs, etc.</a:t>
          </a:r>
          <a:endParaRPr lang="ko-KR" altLang="en-US" dirty="0"/>
        </a:p>
      </dgm:t>
    </dgm:pt>
    <dgm:pt modelId="{10148F95-E71F-4D45-BB88-5B446157CD2F}" type="parTrans" cxnId="{14F893A6-FDB9-4BDC-8D3D-C20573D1821C}">
      <dgm:prSet/>
      <dgm:spPr/>
      <dgm:t>
        <a:bodyPr/>
        <a:lstStyle/>
        <a:p>
          <a:pPr latinLnBrk="1"/>
          <a:endParaRPr lang="ko-KR" altLang="en-US"/>
        </a:p>
      </dgm:t>
    </dgm:pt>
    <dgm:pt modelId="{694ED90E-B130-4A67-915F-73D345635518}" type="sibTrans" cxnId="{14F893A6-FDB9-4BDC-8D3D-C20573D1821C}">
      <dgm:prSet/>
      <dgm:spPr/>
      <dgm:t>
        <a:bodyPr/>
        <a:lstStyle/>
        <a:p>
          <a:pPr latinLnBrk="1"/>
          <a:endParaRPr lang="ko-KR" altLang="en-US"/>
        </a:p>
      </dgm:t>
    </dgm:pt>
    <dgm:pt modelId="{2E9CE827-B1D9-43EC-B4D2-77B9D3D9F09D}" type="pres">
      <dgm:prSet presAssocID="{440A25FA-A13A-4CA2-A633-44FA4D354437}" presName="linearFlow" presStyleCnt="0">
        <dgm:presLayoutVars>
          <dgm:dir/>
          <dgm:animLvl val="lvl"/>
          <dgm:resizeHandles val="exact"/>
        </dgm:presLayoutVars>
      </dgm:prSet>
      <dgm:spPr/>
    </dgm:pt>
    <dgm:pt modelId="{F55E7F9B-E1A5-4CC1-A10B-3DD91DF1975E}" type="pres">
      <dgm:prSet presAssocID="{E67BE9A7-AEBB-4E3C-8749-EB17AE1EE614}" presName="composite" presStyleCnt="0"/>
      <dgm:spPr/>
    </dgm:pt>
    <dgm:pt modelId="{6C4F43A7-3561-4EC6-81D2-80B07BEAA2D5}" type="pres">
      <dgm:prSet presAssocID="{E67BE9A7-AEBB-4E3C-8749-EB17AE1EE614}" presName="parentText" presStyleLbl="alignNode1" presStyleIdx="0" presStyleCnt="7">
        <dgm:presLayoutVars>
          <dgm:chMax val="1"/>
          <dgm:bulletEnabled val="1"/>
        </dgm:presLayoutVars>
      </dgm:prSet>
      <dgm:spPr/>
    </dgm:pt>
    <dgm:pt modelId="{088A66FC-8EB0-45C6-9E70-9F84E002A9E6}" type="pres">
      <dgm:prSet presAssocID="{E67BE9A7-AEBB-4E3C-8749-EB17AE1EE614}" presName="descendantText" presStyleLbl="alignAcc1" presStyleIdx="0" presStyleCnt="7">
        <dgm:presLayoutVars>
          <dgm:bulletEnabled val="1"/>
        </dgm:presLayoutVars>
      </dgm:prSet>
      <dgm:spPr/>
    </dgm:pt>
    <dgm:pt modelId="{CC445FFD-6DA9-4DB0-ACBA-94DDED385E66}" type="pres">
      <dgm:prSet presAssocID="{CB81A63B-20DB-47B9-B5FC-621428F3B3D3}" presName="sp" presStyleCnt="0"/>
      <dgm:spPr/>
    </dgm:pt>
    <dgm:pt modelId="{A91B002A-141C-4627-A5CD-8CF765B60144}" type="pres">
      <dgm:prSet presAssocID="{B7877614-EA29-4D29-B9AD-A338123633BC}" presName="composite" presStyleCnt="0"/>
      <dgm:spPr/>
    </dgm:pt>
    <dgm:pt modelId="{4569ACCB-ED85-497F-8BE0-4B5ADF34570C}" type="pres">
      <dgm:prSet presAssocID="{B7877614-EA29-4D29-B9AD-A338123633BC}" presName="parentText" presStyleLbl="alignNode1" presStyleIdx="1" presStyleCnt="7">
        <dgm:presLayoutVars>
          <dgm:chMax val="1"/>
          <dgm:bulletEnabled val="1"/>
        </dgm:presLayoutVars>
      </dgm:prSet>
      <dgm:spPr/>
    </dgm:pt>
    <dgm:pt modelId="{6B494F4B-3966-4B45-93AD-810096CDE82D}" type="pres">
      <dgm:prSet presAssocID="{B7877614-EA29-4D29-B9AD-A338123633BC}" presName="descendantText" presStyleLbl="alignAcc1" presStyleIdx="1" presStyleCnt="7">
        <dgm:presLayoutVars>
          <dgm:bulletEnabled val="1"/>
        </dgm:presLayoutVars>
      </dgm:prSet>
      <dgm:spPr/>
    </dgm:pt>
    <dgm:pt modelId="{24CC8F0B-A362-452A-BF50-EB8453BAF73D}" type="pres">
      <dgm:prSet presAssocID="{950841C9-D6E0-4F09-8BA4-021003E237A3}" presName="sp" presStyleCnt="0"/>
      <dgm:spPr/>
    </dgm:pt>
    <dgm:pt modelId="{FF8CB003-D9C9-4828-8A17-E5457A35CB37}" type="pres">
      <dgm:prSet presAssocID="{8B73E55E-1F7E-4D18-AADD-272E003E40F7}" presName="composite" presStyleCnt="0"/>
      <dgm:spPr/>
    </dgm:pt>
    <dgm:pt modelId="{7F430978-892E-410C-B9D5-D9F02D5C34FA}" type="pres">
      <dgm:prSet presAssocID="{8B73E55E-1F7E-4D18-AADD-272E003E40F7}" presName="parentText" presStyleLbl="alignNode1" presStyleIdx="2" presStyleCnt="7">
        <dgm:presLayoutVars>
          <dgm:chMax val="1"/>
          <dgm:bulletEnabled val="1"/>
        </dgm:presLayoutVars>
      </dgm:prSet>
      <dgm:spPr/>
    </dgm:pt>
    <dgm:pt modelId="{A9A79E78-B14E-4E7E-BFF8-1055919107D9}" type="pres">
      <dgm:prSet presAssocID="{8B73E55E-1F7E-4D18-AADD-272E003E40F7}" presName="descendantText" presStyleLbl="alignAcc1" presStyleIdx="2" presStyleCnt="7">
        <dgm:presLayoutVars>
          <dgm:bulletEnabled val="1"/>
        </dgm:presLayoutVars>
      </dgm:prSet>
      <dgm:spPr/>
    </dgm:pt>
    <dgm:pt modelId="{50785A75-28FD-40B1-BF8A-D8680394C572}" type="pres">
      <dgm:prSet presAssocID="{4F2D3760-E6A8-4D56-9D72-66F261CFEF30}" presName="sp" presStyleCnt="0"/>
      <dgm:spPr/>
    </dgm:pt>
    <dgm:pt modelId="{6CC635BD-98BA-421C-B460-8181EA7DC116}" type="pres">
      <dgm:prSet presAssocID="{4DFAE18B-9632-477A-A3D2-CA1D14E433CA}" presName="composite" presStyleCnt="0"/>
      <dgm:spPr/>
    </dgm:pt>
    <dgm:pt modelId="{7516D6CD-B72C-42C3-920B-68B72BFBC125}" type="pres">
      <dgm:prSet presAssocID="{4DFAE18B-9632-477A-A3D2-CA1D14E433CA}" presName="parentText" presStyleLbl="alignNode1" presStyleIdx="3" presStyleCnt="7">
        <dgm:presLayoutVars>
          <dgm:chMax val="1"/>
          <dgm:bulletEnabled val="1"/>
        </dgm:presLayoutVars>
      </dgm:prSet>
      <dgm:spPr/>
    </dgm:pt>
    <dgm:pt modelId="{73CCF36F-8C25-426B-8ADF-29205A9103FA}" type="pres">
      <dgm:prSet presAssocID="{4DFAE18B-9632-477A-A3D2-CA1D14E433CA}" presName="descendantText" presStyleLbl="alignAcc1" presStyleIdx="3" presStyleCnt="7">
        <dgm:presLayoutVars>
          <dgm:bulletEnabled val="1"/>
        </dgm:presLayoutVars>
      </dgm:prSet>
      <dgm:spPr/>
    </dgm:pt>
    <dgm:pt modelId="{8353D77D-75EF-43DE-8B9F-38A16CB7DFD7}" type="pres">
      <dgm:prSet presAssocID="{FE2CA37F-589A-49A7-AE7D-3C09894CB897}" presName="sp" presStyleCnt="0"/>
      <dgm:spPr/>
    </dgm:pt>
    <dgm:pt modelId="{18EAD1E6-CF8E-4BB0-AF57-760428A60CA5}" type="pres">
      <dgm:prSet presAssocID="{7E4D7B39-1801-477D-BC1A-EEF2B1F5C362}" presName="composite" presStyleCnt="0"/>
      <dgm:spPr/>
    </dgm:pt>
    <dgm:pt modelId="{A4B4EDF0-84D0-436B-B289-786AF61A39B7}" type="pres">
      <dgm:prSet presAssocID="{7E4D7B39-1801-477D-BC1A-EEF2B1F5C362}" presName="parentText" presStyleLbl="alignNode1" presStyleIdx="4" presStyleCnt="7">
        <dgm:presLayoutVars>
          <dgm:chMax val="1"/>
          <dgm:bulletEnabled val="1"/>
        </dgm:presLayoutVars>
      </dgm:prSet>
      <dgm:spPr/>
    </dgm:pt>
    <dgm:pt modelId="{DC509367-0DC9-4B7A-8E7C-611363CCBE5B}" type="pres">
      <dgm:prSet presAssocID="{7E4D7B39-1801-477D-BC1A-EEF2B1F5C362}" presName="descendantText" presStyleLbl="alignAcc1" presStyleIdx="4" presStyleCnt="7">
        <dgm:presLayoutVars>
          <dgm:bulletEnabled val="1"/>
        </dgm:presLayoutVars>
      </dgm:prSet>
      <dgm:spPr/>
    </dgm:pt>
    <dgm:pt modelId="{C727826B-3DA4-45A1-A87C-4421E3F77F6A}" type="pres">
      <dgm:prSet presAssocID="{CE67BDF9-A123-48C2-8254-F12F4BF132DE}" presName="sp" presStyleCnt="0"/>
      <dgm:spPr/>
    </dgm:pt>
    <dgm:pt modelId="{0EC6F4EF-88F0-4168-8D10-5584DAFC8B87}" type="pres">
      <dgm:prSet presAssocID="{F108AEBC-7B66-47CF-98BC-F4CCF0EEB383}" presName="composite" presStyleCnt="0"/>
      <dgm:spPr/>
    </dgm:pt>
    <dgm:pt modelId="{248B06B0-5FD8-445D-876D-C6CF7C21DB62}" type="pres">
      <dgm:prSet presAssocID="{F108AEBC-7B66-47CF-98BC-F4CCF0EEB383}" presName="parentText" presStyleLbl="alignNode1" presStyleIdx="5" presStyleCnt="7">
        <dgm:presLayoutVars>
          <dgm:chMax val="1"/>
          <dgm:bulletEnabled val="1"/>
        </dgm:presLayoutVars>
      </dgm:prSet>
      <dgm:spPr/>
    </dgm:pt>
    <dgm:pt modelId="{EE4FFAF8-B883-4D3B-BDF8-79E2D28FBBD7}" type="pres">
      <dgm:prSet presAssocID="{F108AEBC-7B66-47CF-98BC-F4CCF0EEB383}" presName="descendantText" presStyleLbl="alignAcc1" presStyleIdx="5" presStyleCnt="7">
        <dgm:presLayoutVars>
          <dgm:bulletEnabled val="1"/>
        </dgm:presLayoutVars>
      </dgm:prSet>
      <dgm:spPr/>
    </dgm:pt>
    <dgm:pt modelId="{541E9376-1829-4A72-8EC6-5EB476152431}" type="pres">
      <dgm:prSet presAssocID="{3F32E7DF-DC34-4277-9C36-1DE741106557}" presName="sp" presStyleCnt="0"/>
      <dgm:spPr/>
    </dgm:pt>
    <dgm:pt modelId="{49C2B5E6-0701-40F2-9048-6B16ADE5EEAD}" type="pres">
      <dgm:prSet presAssocID="{4C0AC257-BC88-469A-A80E-10D4BDCAA707}" presName="composite" presStyleCnt="0"/>
      <dgm:spPr/>
    </dgm:pt>
    <dgm:pt modelId="{938E1057-9F58-4969-BDA9-93F48B7A14DD}" type="pres">
      <dgm:prSet presAssocID="{4C0AC257-BC88-469A-A80E-10D4BDCAA707}" presName="parentText" presStyleLbl="alignNode1" presStyleIdx="6" presStyleCnt="7">
        <dgm:presLayoutVars>
          <dgm:chMax val="1"/>
          <dgm:bulletEnabled val="1"/>
        </dgm:presLayoutVars>
      </dgm:prSet>
      <dgm:spPr/>
    </dgm:pt>
    <dgm:pt modelId="{2FFF5AE9-0480-48B1-A187-57A904B70C18}" type="pres">
      <dgm:prSet presAssocID="{4C0AC257-BC88-469A-A80E-10D4BDCAA707}" presName="descendantText" presStyleLbl="alignAcc1" presStyleIdx="6" presStyleCnt="7">
        <dgm:presLayoutVars>
          <dgm:bulletEnabled val="1"/>
        </dgm:presLayoutVars>
      </dgm:prSet>
      <dgm:spPr/>
    </dgm:pt>
  </dgm:ptLst>
  <dgm:cxnLst>
    <dgm:cxn modelId="{CB996103-EE14-4DA2-9C95-E123C3202A8D}" type="presOf" srcId="{4DFAE18B-9632-477A-A3D2-CA1D14E433CA}" destId="{7516D6CD-B72C-42C3-920B-68B72BFBC125}" srcOrd="0" destOrd="0" presId="urn:microsoft.com/office/officeart/2005/8/layout/chevron2"/>
    <dgm:cxn modelId="{99765E08-2148-4DCD-AB66-D2BE399EE59B}" type="presOf" srcId="{E67BE9A7-AEBB-4E3C-8749-EB17AE1EE614}" destId="{6C4F43A7-3561-4EC6-81D2-80B07BEAA2D5}" srcOrd="0" destOrd="0" presId="urn:microsoft.com/office/officeart/2005/8/layout/chevron2"/>
    <dgm:cxn modelId="{7AA61617-504C-41CA-A974-F55A799DDBEA}" type="presOf" srcId="{97A40FA3-0584-44CC-9DFC-A45317C88786}" destId="{2FFF5AE9-0480-48B1-A187-57A904B70C18}" srcOrd="0" destOrd="0" presId="urn:microsoft.com/office/officeart/2005/8/layout/chevron2"/>
    <dgm:cxn modelId="{B275471D-7427-4C93-8523-B90F1A868016}" srcId="{440A25FA-A13A-4CA2-A633-44FA4D354437}" destId="{B7877614-EA29-4D29-B9AD-A338123633BC}" srcOrd="1" destOrd="0" parTransId="{29680C0D-0C77-45AE-8CB8-15CF8B4467A1}" sibTransId="{950841C9-D6E0-4F09-8BA4-021003E237A3}"/>
    <dgm:cxn modelId="{D26AD41D-25D1-4441-A1EF-055B1037B15E}" srcId="{E67BE9A7-AEBB-4E3C-8749-EB17AE1EE614}" destId="{A4D9B3CC-C908-4410-B17D-50AAA70B9010}" srcOrd="0" destOrd="0" parTransId="{F36FE40E-5EEC-4D97-956A-861AF0DFA9D1}" sibTransId="{683B627D-6FC4-4212-83A4-CCBC5E9F9036}"/>
    <dgm:cxn modelId="{8633781F-AB63-4465-B09D-2DDCF46316B9}" type="presOf" srcId="{053C9D32-BCA8-40B0-BB3A-BB4F8DD18FEE}" destId="{EE4FFAF8-B883-4D3B-BDF8-79E2D28FBBD7}" srcOrd="0" destOrd="0" presId="urn:microsoft.com/office/officeart/2005/8/layout/chevron2"/>
    <dgm:cxn modelId="{A4C3F32F-1BC4-4E0F-9DF6-D54F7D086B45}" type="presOf" srcId="{A4D9B3CC-C908-4410-B17D-50AAA70B9010}" destId="{088A66FC-8EB0-45C6-9E70-9F84E002A9E6}" srcOrd="0" destOrd="0" presId="urn:microsoft.com/office/officeart/2005/8/layout/chevron2"/>
    <dgm:cxn modelId="{8E0C9E32-AF14-4703-A1B0-580A4E893958}" srcId="{B7877614-EA29-4D29-B9AD-A338123633BC}" destId="{DBABD995-54F7-4C9A-A91C-B94EC38474E8}" srcOrd="0" destOrd="0" parTransId="{6FAF0343-11BF-4C14-8A58-A1DE568F0F37}" sibTransId="{6DCB669E-56B8-44DB-A137-177F5842EF14}"/>
    <dgm:cxn modelId="{DE5FD638-4145-4981-AD29-61FF66C481CE}" srcId="{7E4D7B39-1801-477D-BC1A-EEF2B1F5C362}" destId="{D99E6089-EED7-4909-BA7C-0993726B8E9B}" srcOrd="0" destOrd="0" parTransId="{678885EE-E16E-40FC-8E6A-E6D9366FBB22}" sibTransId="{3A8ED2D2-9695-4274-8B3B-DBCD9F319F91}"/>
    <dgm:cxn modelId="{D3715441-07AC-4426-BBFD-8C6CDE416739}" type="presOf" srcId="{B7877614-EA29-4D29-B9AD-A338123633BC}" destId="{4569ACCB-ED85-497F-8BE0-4B5ADF34570C}" srcOrd="0" destOrd="0" presId="urn:microsoft.com/office/officeart/2005/8/layout/chevron2"/>
    <dgm:cxn modelId="{54929765-6465-420F-A9F6-5D0BDEA2B439}" type="presOf" srcId="{DBABD995-54F7-4C9A-A91C-B94EC38474E8}" destId="{6B494F4B-3966-4B45-93AD-810096CDE82D}" srcOrd="0" destOrd="0" presId="urn:microsoft.com/office/officeart/2005/8/layout/chevron2"/>
    <dgm:cxn modelId="{DD57CF66-8FE4-48F0-BCBE-E06962460FC1}" srcId="{440A25FA-A13A-4CA2-A633-44FA4D354437}" destId="{F108AEBC-7B66-47CF-98BC-F4CCF0EEB383}" srcOrd="5" destOrd="0" parTransId="{B259BB29-70E4-469A-8147-2024750ADD69}" sibTransId="{3F32E7DF-DC34-4277-9C36-1DE741106557}"/>
    <dgm:cxn modelId="{E9CE2E4B-122E-4B86-A7C7-B1BE90BFE395}" type="presOf" srcId="{8B73E55E-1F7E-4D18-AADD-272E003E40F7}" destId="{7F430978-892E-410C-B9D5-D9F02D5C34FA}" srcOrd="0" destOrd="0" presId="urn:microsoft.com/office/officeart/2005/8/layout/chevron2"/>
    <dgm:cxn modelId="{9F01684F-9A0E-47FE-B902-4F00A647A291}" type="presOf" srcId="{F108AEBC-7B66-47CF-98BC-F4CCF0EEB383}" destId="{248B06B0-5FD8-445D-876D-C6CF7C21DB62}" srcOrd="0" destOrd="0" presId="urn:microsoft.com/office/officeart/2005/8/layout/chevron2"/>
    <dgm:cxn modelId="{9031BC8C-2AC5-4FBE-96DF-9DD8662ADAA4}" srcId="{440A25FA-A13A-4CA2-A633-44FA4D354437}" destId="{E67BE9A7-AEBB-4E3C-8749-EB17AE1EE614}" srcOrd="0" destOrd="0" parTransId="{5577C9DB-76D8-46E7-A6C8-42F7D0C01083}" sibTransId="{CB81A63B-20DB-47B9-B5FC-621428F3B3D3}"/>
    <dgm:cxn modelId="{C3555597-2608-4B00-A5CC-43887ECBAEFE}" type="presOf" srcId="{7EC42B8D-90F2-4D02-B3DA-A3A7077C93DD}" destId="{73CCF36F-8C25-426B-8ADF-29205A9103FA}" srcOrd="0" destOrd="0" presId="urn:microsoft.com/office/officeart/2005/8/layout/chevron2"/>
    <dgm:cxn modelId="{14F893A6-FDB9-4BDC-8D3D-C20573D1821C}" srcId="{4C0AC257-BC88-469A-A80E-10D4BDCAA707}" destId="{97A40FA3-0584-44CC-9DFC-A45317C88786}" srcOrd="0" destOrd="0" parTransId="{10148F95-E71F-4D45-BB88-5B446157CD2F}" sibTransId="{694ED90E-B130-4A67-915F-73D345635518}"/>
    <dgm:cxn modelId="{D2E93FA7-5EB4-430C-845B-87EE49615D50}" srcId="{440A25FA-A13A-4CA2-A633-44FA4D354437}" destId="{4C0AC257-BC88-469A-A80E-10D4BDCAA707}" srcOrd="6" destOrd="0" parTransId="{E507332C-DCB0-4CC3-8165-A79FD2BB5367}" sibTransId="{9C442185-98A4-41A1-9223-C47094B7BA4A}"/>
    <dgm:cxn modelId="{693FAFA9-B55B-4FCB-833E-F4F3E7D763A8}" srcId="{440A25FA-A13A-4CA2-A633-44FA4D354437}" destId="{8B73E55E-1F7E-4D18-AADD-272E003E40F7}" srcOrd="2" destOrd="0" parTransId="{F2194D10-475F-48EE-B92A-EE9AD73EEEB6}" sibTransId="{4F2D3760-E6A8-4D56-9D72-66F261CFEF30}"/>
    <dgm:cxn modelId="{EA56EDAD-449C-4EA9-8230-4D8B089FC35E}" type="presOf" srcId="{4C0AC257-BC88-469A-A80E-10D4BDCAA707}" destId="{938E1057-9F58-4969-BDA9-93F48B7A14DD}" srcOrd="0" destOrd="0" presId="urn:microsoft.com/office/officeart/2005/8/layout/chevron2"/>
    <dgm:cxn modelId="{D64C41B0-6B83-466B-8457-902C443DB604}" srcId="{F108AEBC-7B66-47CF-98BC-F4CCF0EEB383}" destId="{053C9D32-BCA8-40B0-BB3A-BB4F8DD18FEE}" srcOrd="0" destOrd="0" parTransId="{567D7B40-A2A7-471E-8652-DCF29D0372DA}" sibTransId="{768D863A-3EDF-4191-8899-135844A258FF}"/>
    <dgm:cxn modelId="{42A654B2-462D-49F7-BCAF-A22F09249B04}" type="presOf" srcId="{440A25FA-A13A-4CA2-A633-44FA4D354437}" destId="{2E9CE827-B1D9-43EC-B4D2-77B9D3D9F09D}" srcOrd="0" destOrd="0" presId="urn:microsoft.com/office/officeart/2005/8/layout/chevron2"/>
    <dgm:cxn modelId="{42B0CAB3-B728-4F4C-B204-F7935E9104C0}" srcId="{8B73E55E-1F7E-4D18-AADD-272E003E40F7}" destId="{CF7735A1-1449-4924-9C37-25EF67FF6D27}" srcOrd="0" destOrd="0" parTransId="{04858590-FA80-4FDB-BF3F-83E96C7E0F41}" sibTransId="{AF3BD297-E87A-4331-A6AD-7C7D4E454855}"/>
    <dgm:cxn modelId="{A77238B4-1FC8-402B-A6B0-5328F2D4E651}" srcId="{4DFAE18B-9632-477A-A3D2-CA1D14E433CA}" destId="{7EC42B8D-90F2-4D02-B3DA-A3A7077C93DD}" srcOrd="0" destOrd="0" parTransId="{2FDCE2B8-146A-4302-8E19-401511353CD9}" sibTransId="{16093E65-E3F8-4C56-A4A8-E250DAA9448A}"/>
    <dgm:cxn modelId="{3D9EB5BD-5579-43D3-A0E1-525B9A4709F1}" type="presOf" srcId="{7E4D7B39-1801-477D-BC1A-EEF2B1F5C362}" destId="{A4B4EDF0-84D0-436B-B289-786AF61A39B7}" srcOrd="0" destOrd="0" presId="urn:microsoft.com/office/officeart/2005/8/layout/chevron2"/>
    <dgm:cxn modelId="{6A6070C4-2B54-407A-998B-4325CFE7EC56}" type="presOf" srcId="{D99E6089-EED7-4909-BA7C-0993726B8E9B}" destId="{DC509367-0DC9-4B7A-8E7C-611363CCBE5B}" srcOrd="0" destOrd="0" presId="urn:microsoft.com/office/officeart/2005/8/layout/chevron2"/>
    <dgm:cxn modelId="{5FC095C6-00B4-49DD-BB2E-2C77DCF4BCA6}" srcId="{440A25FA-A13A-4CA2-A633-44FA4D354437}" destId="{4DFAE18B-9632-477A-A3D2-CA1D14E433CA}" srcOrd="3" destOrd="0" parTransId="{D82D0E02-A7A6-4F3B-A5B7-F18CDC0F7A02}" sibTransId="{FE2CA37F-589A-49A7-AE7D-3C09894CB897}"/>
    <dgm:cxn modelId="{FDA980E3-EA02-4BC3-8001-7D9052F0C4D6}" type="presOf" srcId="{CF7735A1-1449-4924-9C37-25EF67FF6D27}" destId="{A9A79E78-B14E-4E7E-BFF8-1055919107D9}" srcOrd="0" destOrd="0" presId="urn:microsoft.com/office/officeart/2005/8/layout/chevron2"/>
    <dgm:cxn modelId="{E15A51EF-9BD6-44CF-B9AD-29BFDD39E957}" srcId="{440A25FA-A13A-4CA2-A633-44FA4D354437}" destId="{7E4D7B39-1801-477D-BC1A-EEF2B1F5C362}" srcOrd="4" destOrd="0" parTransId="{B6DD1115-2F6D-424A-A2D8-C4D39F536B74}" sibTransId="{CE67BDF9-A123-48C2-8254-F12F4BF132DE}"/>
    <dgm:cxn modelId="{C5328508-6192-4805-BEB6-42905FB3EC78}" type="presParOf" srcId="{2E9CE827-B1D9-43EC-B4D2-77B9D3D9F09D}" destId="{F55E7F9B-E1A5-4CC1-A10B-3DD91DF1975E}" srcOrd="0" destOrd="0" presId="urn:microsoft.com/office/officeart/2005/8/layout/chevron2"/>
    <dgm:cxn modelId="{DFDDD5FB-C451-43B0-B26C-726C6409A32D}" type="presParOf" srcId="{F55E7F9B-E1A5-4CC1-A10B-3DD91DF1975E}" destId="{6C4F43A7-3561-4EC6-81D2-80B07BEAA2D5}" srcOrd="0" destOrd="0" presId="urn:microsoft.com/office/officeart/2005/8/layout/chevron2"/>
    <dgm:cxn modelId="{1FF3D3FD-22CE-4235-8523-BB06592F6601}" type="presParOf" srcId="{F55E7F9B-E1A5-4CC1-A10B-3DD91DF1975E}" destId="{088A66FC-8EB0-45C6-9E70-9F84E002A9E6}" srcOrd="1" destOrd="0" presId="urn:microsoft.com/office/officeart/2005/8/layout/chevron2"/>
    <dgm:cxn modelId="{D984507D-9756-4AA5-85B0-0E61B7D3BD4A}" type="presParOf" srcId="{2E9CE827-B1D9-43EC-B4D2-77B9D3D9F09D}" destId="{CC445FFD-6DA9-4DB0-ACBA-94DDED385E66}" srcOrd="1" destOrd="0" presId="urn:microsoft.com/office/officeart/2005/8/layout/chevron2"/>
    <dgm:cxn modelId="{C2F32AB7-619F-4D5C-92E2-3E4B3ABD4573}" type="presParOf" srcId="{2E9CE827-B1D9-43EC-B4D2-77B9D3D9F09D}" destId="{A91B002A-141C-4627-A5CD-8CF765B60144}" srcOrd="2" destOrd="0" presId="urn:microsoft.com/office/officeart/2005/8/layout/chevron2"/>
    <dgm:cxn modelId="{C74D032A-6943-4ACA-A958-F68FEAC06650}" type="presParOf" srcId="{A91B002A-141C-4627-A5CD-8CF765B60144}" destId="{4569ACCB-ED85-497F-8BE0-4B5ADF34570C}" srcOrd="0" destOrd="0" presId="urn:microsoft.com/office/officeart/2005/8/layout/chevron2"/>
    <dgm:cxn modelId="{BEBBE6AD-F04B-4C3D-9053-D8B80826F340}" type="presParOf" srcId="{A91B002A-141C-4627-A5CD-8CF765B60144}" destId="{6B494F4B-3966-4B45-93AD-810096CDE82D}" srcOrd="1" destOrd="0" presId="urn:microsoft.com/office/officeart/2005/8/layout/chevron2"/>
    <dgm:cxn modelId="{C4A01078-CC38-48BB-92D5-6C0E356174DA}" type="presParOf" srcId="{2E9CE827-B1D9-43EC-B4D2-77B9D3D9F09D}" destId="{24CC8F0B-A362-452A-BF50-EB8453BAF73D}" srcOrd="3" destOrd="0" presId="urn:microsoft.com/office/officeart/2005/8/layout/chevron2"/>
    <dgm:cxn modelId="{2C484FFC-BD4E-4C49-A9D0-B58029380772}" type="presParOf" srcId="{2E9CE827-B1D9-43EC-B4D2-77B9D3D9F09D}" destId="{FF8CB003-D9C9-4828-8A17-E5457A35CB37}" srcOrd="4" destOrd="0" presId="urn:microsoft.com/office/officeart/2005/8/layout/chevron2"/>
    <dgm:cxn modelId="{9AB0D56A-DB87-4D7D-AE72-2A9CBDAFFFF5}" type="presParOf" srcId="{FF8CB003-D9C9-4828-8A17-E5457A35CB37}" destId="{7F430978-892E-410C-B9D5-D9F02D5C34FA}" srcOrd="0" destOrd="0" presId="urn:microsoft.com/office/officeart/2005/8/layout/chevron2"/>
    <dgm:cxn modelId="{7CD060BF-350D-4DA0-85D0-B37CB9F1B9F1}" type="presParOf" srcId="{FF8CB003-D9C9-4828-8A17-E5457A35CB37}" destId="{A9A79E78-B14E-4E7E-BFF8-1055919107D9}" srcOrd="1" destOrd="0" presId="urn:microsoft.com/office/officeart/2005/8/layout/chevron2"/>
    <dgm:cxn modelId="{CF472880-AF18-4947-AA65-297CD978A93D}" type="presParOf" srcId="{2E9CE827-B1D9-43EC-B4D2-77B9D3D9F09D}" destId="{50785A75-28FD-40B1-BF8A-D8680394C572}" srcOrd="5" destOrd="0" presId="urn:microsoft.com/office/officeart/2005/8/layout/chevron2"/>
    <dgm:cxn modelId="{90A6B02E-A675-4C82-A7A4-F7DE3AF30066}" type="presParOf" srcId="{2E9CE827-B1D9-43EC-B4D2-77B9D3D9F09D}" destId="{6CC635BD-98BA-421C-B460-8181EA7DC116}" srcOrd="6" destOrd="0" presId="urn:microsoft.com/office/officeart/2005/8/layout/chevron2"/>
    <dgm:cxn modelId="{DF4C5A1C-A43B-417A-B25D-50ECA1B7468F}" type="presParOf" srcId="{6CC635BD-98BA-421C-B460-8181EA7DC116}" destId="{7516D6CD-B72C-42C3-920B-68B72BFBC125}" srcOrd="0" destOrd="0" presId="urn:microsoft.com/office/officeart/2005/8/layout/chevron2"/>
    <dgm:cxn modelId="{90A3D28A-3A48-4BB9-B7D9-2D63638B277B}" type="presParOf" srcId="{6CC635BD-98BA-421C-B460-8181EA7DC116}" destId="{73CCF36F-8C25-426B-8ADF-29205A9103FA}" srcOrd="1" destOrd="0" presId="urn:microsoft.com/office/officeart/2005/8/layout/chevron2"/>
    <dgm:cxn modelId="{114220E8-5287-4642-ADB3-097DE5D1E139}" type="presParOf" srcId="{2E9CE827-B1D9-43EC-B4D2-77B9D3D9F09D}" destId="{8353D77D-75EF-43DE-8B9F-38A16CB7DFD7}" srcOrd="7" destOrd="0" presId="urn:microsoft.com/office/officeart/2005/8/layout/chevron2"/>
    <dgm:cxn modelId="{7CE7722B-D772-4482-BD7F-C5EC70BFC037}" type="presParOf" srcId="{2E9CE827-B1D9-43EC-B4D2-77B9D3D9F09D}" destId="{18EAD1E6-CF8E-4BB0-AF57-760428A60CA5}" srcOrd="8" destOrd="0" presId="urn:microsoft.com/office/officeart/2005/8/layout/chevron2"/>
    <dgm:cxn modelId="{4683CA11-9F63-4481-A2C3-2C03B538F157}" type="presParOf" srcId="{18EAD1E6-CF8E-4BB0-AF57-760428A60CA5}" destId="{A4B4EDF0-84D0-436B-B289-786AF61A39B7}" srcOrd="0" destOrd="0" presId="urn:microsoft.com/office/officeart/2005/8/layout/chevron2"/>
    <dgm:cxn modelId="{7D92AFC3-35B5-4BE1-A794-CB3C033714B2}" type="presParOf" srcId="{18EAD1E6-CF8E-4BB0-AF57-760428A60CA5}" destId="{DC509367-0DC9-4B7A-8E7C-611363CCBE5B}" srcOrd="1" destOrd="0" presId="urn:microsoft.com/office/officeart/2005/8/layout/chevron2"/>
    <dgm:cxn modelId="{F51ECDBB-5E98-4FFB-A046-A85C7D2B41B3}" type="presParOf" srcId="{2E9CE827-B1D9-43EC-B4D2-77B9D3D9F09D}" destId="{C727826B-3DA4-45A1-A87C-4421E3F77F6A}" srcOrd="9" destOrd="0" presId="urn:microsoft.com/office/officeart/2005/8/layout/chevron2"/>
    <dgm:cxn modelId="{5DD7872E-E159-4623-B003-9801A438F550}" type="presParOf" srcId="{2E9CE827-B1D9-43EC-B4D2-77B9D3D9F09D}" destId="{0EC6F4EF-88F0-4168-8D10-5584DAFC8B87}" srcOrd="10" destOrd="0" presId="urn:microsoft.com/office/officeart/2005/8/layout/chevron2"/>
    <dgm:cxn modelId="{0DBF69F7-EF23-42F4-A2E1-438DB20B174E}" type="presParOf" srcId="{0EC6F4EF-88F0-4168-8D10-5584DAFC8B87}" destId="{248B06B0-5FD8-445D-876D-C6CF7C21DB62}" srcOrd="0" destOrd="0" presId="urn:microsoft.com/office/officeart/2005/8/layout/chevron2"/>
    <dgm:cxn modelId="{EFF33A66-C205-4AAC-B482-413C0C470940}" type="presParOf" srcId="{0EC6F4EF-88F0-4168-8D10-5584DAFC8B87}" destId="{EE4FFAF8-B883-4D3B-BDF8-79E2D28FBBD7}" srcOrd="1" destOrd="0" presId="urn:microsoft.com/office/officeart/2005/8/layout/chevron2"/>
    <dgm:cxn modelId="{5E24F454-885F-490B-966B-8B54E358E426}" type="presParOf" srcId="{2E9CE827-B1D9-43EC-B4D2-77B9D3D9F09D}" destId="{541E9376-1829-4A72-8EC6-5EB476152431}" srcOrd="11" destOrd="0" presId="urn:microsoft.com/office/officeart/2005/8/layout/chevron2"/>
    <dgm:cxn modelId="{52A6AA6F-3728-4E33-9F6E-61FC65FB7EEB}" type="presParOf" srcId="{2E9CE827-B1D9-43EC-B4D2-77B9D3D9F09D}" destId="{49C2B5E6-0701-40F2-9048-6B16ADE5EEAD}" srcOrd="12" destOrd="0" presId="urn:microsoft.com/office/officeart/2005/8/layout/chevron2"/>
    <dgm:cxn modelId="{15E7A46B-331B-463A-97D9-06F2CDE7C6DE}" type="presParOf" srcId="{49C2B5E6-0701-40F2-9048-6B16ADE5EEAD}" destId="{938E1057-9F58-4969-BDA9-93F48B7A14DD}" srcOrd="0" destOrd="0" presId="urn:microsoft.com/office/officeart/2005/8/layout/chevron2"/>
    <dgm:cxn modelId="{46A5701C-2EAC-4F33-BBA0-C8B8E8EA8E7D}" type="presParOf" srcId="{49C2B5E6-0701-40F2-9048-6B16ADE5EEAD}" destId="{2FFF5AE9-0480-48B1-A187-57A904B70C1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5F37A7-FA5E-495C-9D6E-7E5C6EBC5A3F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884CF54-A210-4262-A945-3D032B18F321}">
      <dgm:prSet phldrT="[Text]"/>
      <dgm:spPr/>
      <dgm:t>
        <a:bodyPr/>
        <a:lstStyle/>
        <a:p>
          <a:pPr latinLnBrk="1"/>
          <a:r>
            <a:rPr lang="en-US" altLang="ko-KR" dirty="0"/>
            <a:t>Syntax</a:t>
          </a:r>
          <a:endParaRPr lang="ko-KR" altLang="en-US" dirty="0"/>
        </a:p>
      </dgm:t>
    </dgm:pt>
    <dgm:pt modelId="{93C59996-51B9-4FA1-8B2C-479FB3F9A71E}" type="parTrans" cxnId="{C1105787-DAA4-45DE-8DC0-D1484A6CD7BB}">
      <dgm:prSet/>
      <dgm:spPr/>
      <dgm:t>
        <a:bodyPr/>
        <a:lstStyle/>
        <a:p>
          <a:pPr latinLnBrk="1"/>
          <a:endParaRPr lang="ko-KR" altLang="en-US"/>
        </a:p>
      </dgm:t>
    </dgm:pt>
    <dgm:pt modelId="{526E09E7-3109-4DF4-B339-CB79059D407B}" type="sibTrans" cxnId="{C1105787-DAA4-45DE-8DC0-D1484A6CD7BB}">
      <dgm:prSet/>
      <dgm:spPr/>
      <dgm:t>
        <a:bodyPr/>
        <a:lstStyle/>
        <a:p>
          <a:pPr latinLnBrk="1"/>
          <a:endParaRPr lang="ko-KR" altLang="en-US"/>
        </a:p>
      </dgm:t>
    </dgm:pt>
    <dgm:pt modelId="{C83A5FB2-215D-46CC-9E1C-974C2764A573}">
      <dgm:prSet phldrT="[Text]"/>
      <dgm:spPr/>
      <dgm:t>
        <a:bodyPr/>
        <a:lstStyle/>
        <a:p>
          <a:pPr latinLnBrk="1"/>
          <a:r>
            <a:rPr lang="en-US" altLang="ko-KR" dirty="0"/>
            <a:t>Variables</a:t>
          </a:r>
          <a:endParaRPr lang="ko-KR" altLang="en-US" dirty="0"/>
        </a:p>
      </dgm:t>
    </dgm:pt>
    <dgm:pt modelId="{4D0ECA6C-B078-4B60-B6E9-2E0E92772D7D}" type="parTrans" cxnId="{859B8606-5091-4674-9860-9FA08C8E3657}">
      <dgm:prSet/>
      <dgm:spPr/>
      <dgm:t>
        <a:bodyPr/>
        <a:lstStyle/>
        <a:p>
          <a:pPr latinLnBrk="1"/>
          <a:endParaRPr lang="ko-KR" altLang="en-US"/>
        </a:p>
      </dgm:t>
    </dgm:pt>
    <dgm:pt modelId="{FB26822B-96AE-4EFD-A7F4-7E084BFD948A}" type="sibTrans" cxnId="{859B8606-5091-4674-9860-9FA08C8E3657}">
      <dgm:prSet/>
      <dgm:spPr/>
      <dgm:t>
        <a:bodyPr/>
        <a:lstStyle/>
        <a:p>
          <a:pPr latinLnBrk="1"/>
          <a:endParaRPr lang="ko-KR" altLang="en-US"/>
        </a:p>
      </dgm:t>
    </dgm:pt>
    <dgm:pt modelId="{FB2A0A67-3705-4A0D-982D-19CFD60F462E}">
      <dgm:prSet phldrT="[Text]"/>
      <dgm:spPr/>
      <dgm:t>
        <a:bodyPr/>
        <a:lstStyle/>
        <a:p>
          <a:pPr latinLnBrk="1"/>
          <a:r>
            <a:rPr lang="en-US" altLang="ko-KR" dirty="0"/>
            <a:t>Control Structures</a:t>
          </a:r>
          <a:endParaRPr lang="ko-KR" altLang="en-US" dirty="0"/>
        </a:p>
      </dgm:t>
    </dgm:pt>
    <dgm:pt modelId="{47686C0D-C59F-4168-A9C3-AA4D93560584}" type="parTrans" cxnId="{741D276E-6666-4B65-9EA4-52FDCFA3C129}">
      <dgm:prSet/>
      <dgm:spPr/>
      <dgm:t>
        <a:bodyPr/>
        <a:lstStyle/>
        <a:p>
          <a:pPr latinLnBrk="1"/>
          <a:endParaRPr lang="ko-KR" altLang="en-US"/>
        </a:p>
      </dgm:t>
    </dgm:pt>
    <dgm:pt modelId="{C05C86E7-87FC-423E-87B9-5E29A6568F24}" type="sibTrans" cxnId="{741D276E-6666-4B65-9EA4-52FDCFA3C129}">
      <dgm:prSet/>
      <dgm:spPr/>
      <dgm:t>
        <a:bodyPr/>
        <a:lstStyle/>
        <a:p>
          <a:pPr latinLnBrk="1"/>
          <a:endParaRPr lang="ko-KR" altLang="en-US"/>
        </a:p>
      </dgm:t>
    </dgm:pt>
    <dgm:pt modelId="{F8926440-FA63-487F-BD46-DD6529122859}">
      <dgm:prSet phldrT="[Text]"/>
      <dgm:spPr/>
      <dgm:t>
        <a:bodyPr/>
        <a:lstStyle/>
        <a:p>
          <a:pPr latinLnBrk="1"/>
          <a:r>
            <a:rPr lang="en-US" altLang="ko-KR" dirty="0"/>
            <a:t>Operators</a:t>
          </a:r>
          <a:endParaRPr lang="ko-KR" altLang="en-US" dirty="0"/>
        </a:p>
      </dgm:t>
    </dgm:pt>
    <dgm:pt modelId="{7F051EE6-E04F-4080-89F7-16CCDC6C9A1B}" type="parTrans" cxnId="{B75B3108-6A93-4D26-9911-8E8FC076465F}">
      <dgm:prSet/>
      <dgm:spPr/>
      <dgm:t>
        <a:bodyPr/>
        <a:lstStyle/>
        <a:p>
          <a:pPr latinLnBrk="1"/>
          <a:endParaRPr lang="ko-KR" altLang="en-US"/>
        </a:p>
      </dgm:t>
    </dgm:pt>
    <dgm:pt modelId="{9C558599-EF9D-4A95-B6BE-8C98445F5275}" type="sibTrans" cxnId="{B75B3108-6A93-4D26-9911-8E8FC076465F}">
      <dgm:prSet/>
      <dgm:spPr/>
      <dgm:t>
        <a:bodyPr/>
        <a:lstStyle/>
        <a:p>
          <a:pPr latinLnBrk="1"/>
          <a:endParaRPr lang="ko-KR" altLang="en-US"/>
        </a:p>
      </dgm:t>
    </dgm:pt>
    <dgm:pt modelId="{EBA0159A-0620-4089-8B83-68F9DBC86714}">
      <dgm:prSet phldrT="[Text]"/>
      <dgm:spPr/>
      <dgm:t>
        <a:bodyPr/>
        <a:lstStyle/>
        <a:p>
          <a:pPr latinLnBrk="1"/>
          <a:r>
            <a:rPr lang="en-US" altLang="ko-KR" dirty="0"/>
            <a:t>Data Types</a:t>
          </a:r>
          <a:endParaRPr lang="ko-KR" altLang="en-US" dirty="0"/>
        </a:p>
      </dgm:t>
    </dgm:pt>
    <dgm:pt modelId="{EF033F6C-C94A-43D8-8FC8-11CDF844254F}" type="parTrans" cxnId="{167DB0B6-8A9F-46CF-8920-8440CF0DD99E}">
      <dgm:prSet/>
      <dgm:spPr/>
      <dgm:t>
        <a:bodyPr/>
        <a:lstStyle/>
        <a:p>
          <a:pPr latinLnBrk="1"/>
          <a:endParaRPr lang="ko-KR" altLang="en-US"/>
        </a:p>
      </dgm:t>
    </dgm:pt>
    <dgm:pt modelId="{B0A52AA3-A580-4F24-BE69-B4A1CB31DFD7}" type="sibTrans" cxnId="{167DB0B6-8A9F-46CF-8920-8440CF0DD99E}">
      <dgm:prSet/>
      <dgm:spPr/>
      <dgm:t>
        <a:bodyPr/>
        <a:lstStyle/>
        <a:p>
          <a:pPr latinLnBrk="1"/>
          <a:endParaRPr lang="ko-KR" altLang="en-US"/>
        </a:p>
      </dgm:t>
    </dgm:pt>
    <dgm:pt modelId="{D0ABF270-66DE-4EBA-95DE-F7FD8DCCED44}">
      <dgm:prSet phldrT="[Text]"/>
      <dgm:spPr/>
      <dgm:t>
        <a:bodyPr/>
        <a:lstStyle/>
        <a:p>
          <a:pPr latinLnBrk="1"/>
          <a:r>
            <a:rPr lang="en-US" altLang="ko-KR" dirty="0"/>
            <a:t>Libraries</a:t>
          </a:r>
          <a:endParaRPr lang="ko-KR" altLang="en-US" dirty="0"/>
        </a:p>
      </dgm:t>
    </dgm:pt>
    <dgm:pt modelId="{F1CC4E32-FD6F-4246-873E-087619CD8DED}" type="parTrans" cxnId="{3B64697D-1239-4787-8596-FCE45F577FCB}">
      <dgm:prSet/>
      <dgm:spPr/>
      <dgm:t>
        <a:bodyPr/>
        <a:lstStyle/>
        <a:p>
          <a:pPr latinLnBrk="1"/>
          <a:endParaRPr lang="ko-KR" altLang="en-US"/>
        </a:p>
      </dgm:t>
    </dgm:pt>
    <dgm:pt modelId="{19DEAA21-39D1-463B-8385-F3653A23BF6C}" type="sibTrans" cxnId="{3B64697D-1239-4787-8596-FCE45F577FCB}">
      <dgm:prSet/>
      <dgm:spPr/>
      <dgm:t>
        <a:bodyPr/>
        <a:lstStyle/>
        <a:p>
          <a:pPr latinLnBrk="1"/>
          <a:endParaRPr lang="ko-KR" altLang="en-US"/>
        </a:p>
      </dgm:t>
    </dgm:pt>
    <dgm:pt modelId="{BE6EE663-686B-4E33-8145-E3619D1A2818}">
      <dgm:prSet phldrT="[Text]"/>
      <dgm:spPr/>
      <dgm:t>
        <a:bodyPr/>
        <a:lstStyle/>
        <a:p>
          <a:pPr latinLnBrk="1"/>
          <a:r>
            <a:rPr lang="en-US" altLang="ko-KR" dirty="0"/>
            <a:t>Paradigms</a:t>
          </a:r>
          <a:endParaRPr lang="ko-KR" altLang="en-US" dirty="0"/>
        </a:p>
      </dgm:t>
    </dgm:pt>
    <dgm:pt modelId="{7C4289DD-841C-423F-9285-35184979FE8D}" type="parTrans" cxnId="{17DD22CE-ABC4-46AC-9410-C4ED5DC5BEA7}">
      <dgm:prSet/>
      <dgm:spPr/>
      <dgm:t>
        <a:bodyPr/>
        <a:lstStyle/>
        <a:p>
          <a:pPr latinLnBrk="1"/>
          <a:endParaRPr lang="ko-KR" altLang="en-US"/>
        </a:p>
      </dgm:t>
    </dgm:pt>
    <dgm:pt modelId="{3F801063-DDDA-430C-A382-6F6AC8872017}" type="sibTrans" cxnId="{17DD22CE-ABC4-46AC-9410-C4ED5DC5BEA7}">
      <dgm:prSet/>
      <dgm:spPr/>
      <dgm:t>
        <a:bodyPr/>
        <a:lstStyle/>
        <a:p>
          <a:pPr latinLnBrk="1"/>
          <a:endParaRPr lang="ko-KR" altLang="en-US"/>
        </a:p>
      </dgm:t>
    </dgm:pt>
    <dgm:pt modelId="{9680B9C2-1DB2-45D6-8E25-C62C01A68C5A}" type="pres">
      <dgm:prSet presAssocID="{935F37A7-FA5E-495C-9D6E-7E5C6EBC5A3F}" presName="cycle" presStyleCnt="0">
        <dgm:presLayoutVars>
          <dgm:dir/>
          <dgm:resizeHandles val="exact"/>
        </dgm:presLayoutVars>
      </dgm:prSet>
      <dgm:spPr/>
    </dgm:pt>
    <dgm:pt modelId="{1B17BECB-E1CD-468F-A1DB-F5D985BDA6E3}" type="pres">
      <dgm:prSet presAssocID="{0884CF54-A210-4262-A945-3D032B18F321}" presName="node" presStyleLbl="node1" presStyleIdx="0" presStyleCnt="7">
        <dgm:presLayoutVars>
          <dgm:bulletEnabled val="1"/>
        </dgm:presLayoutVars>
      </dgm:prSet>
      <dgm:spPr/>
    </dgm:pt>
    <dgm:pt modelId="{9096ED74-666B-42CE-987F-348EFF60B6B1}" type="pres">
      <dgm:prSet presAssocID="{0884CF54-A210-4262-A945-3D032B18F321}" presName="spNode" presStyleCnt="0"/>
      <dgm:spPr/>
    </dgm:pt>
    <dgm:pt modelId="{C565E5AA-5EBD-4E25-A343-4FD934129DFB}" type="pres">
      <dgm:prSet presAssocID="{526E09E7-3109-4DF4-B339-CB79059D407B}" presName="sibTrans" presStyleLbl="sibTrans1D1" presStyleIdx="0" presStyleCnt="7"/>
      <dgm:spPr/>
    </dgm:pt>
    <dgm:pt modelId="{E529D220-764D-4397-9252-B3786B8A2A81}" type="pres">
      <dgm:prSet presAssocID="{C83A5FB2-215D-46CC-9E1C-974C2764A573}" presName="node" presStyleLbl="node1" presStyleIdx="1" presStyleCnt="7">
        <dgm:presLayoutVars>
          <dgm:bulletEnabled val="1"/>
        </dgm:presLayoutVars>
      </dgm:prSet>
      <dgm:spPr/>
    </dgm:pt>
    <dgm:pt modelId="{88B764FD-D770-446E-8732-F76C3F24506B}" type="pres">
      <dgm:prSet presAssocID="{C83A5FB2-215D-46CC-9E1C-974C2764A573}" presName="spNode" presStyleCnt="0"/>
      <dgm:spPr/>
    </dgm:pt>
    <dgm:pt modelId="{069A6D3E-11B0-48B6-A7C4-D9FA238829A5}" type="pres">
      <dgm:prSet presAssocID="{FB26822B-96AE-4EFD-A7F4-7E084BFD948A}" presName="sibTrans" presStyleLbl="sibTrans1D1" presStyleIdx="1" presStyleCnt="7"/>
      <dgm:spPr/>
    </dgm:pt>
    <dgm:pt modelId="{7EC5BF04-58CB-478A-8390-E30FE65BB910}" type="pres">
      <dgm:prSet presAssocID="{FB2A0A67-3705-4A0D-982D-19CFD60F462E}" presName="node" presStyleLbl="node1" presStyleIdx="2" presStyleCnt="7">
        <dgm:presLayoutVars>
          <dgm:bulletEnabled val="1"/>
        </dgm:presLayoutVars>
      </dgm:prSet>
      <dgm:spPr/>
    </dgm:pt>
    <dgm:pt modelId="{23C195CE-8291-46A8-B591-5ECF9E983CD5}" type="pres">
      <dgm:prSet presAssocID="{FB2A0A67-3705-4A0D-982D-19CFD60F462E}" presName="spNode" presStyleCnt="0"/>
      <dgm:spPr/>
    </dgm:pt>
    <dgm:pt modelId="{91CE9493-E268-44AB-A0FB-E2B31069E7E7}" type="pres">
      <dgm:prSet presAssocID="{C05C86E7-87FC-423E-87B9-5E29A6568F24}" presName="sibTrans" presStyleLbl="sibTrans1D1" presStyleIdx="2" presStyleCnt="7"/>
      <dgm:spPr/>
    </dgm:pt>
    <dgm:pt modelId="{25604120-D376-4910-AD60-5982DFCC5AE1}" type="pres">
      <dgm:prSet presAssocID="{F8926440-FA63-487F-BD46-DD6529122859}" presName="node" presStyleLbl="node1" presStyleIdx="3" presStyleCnt="7">
        <dgm:presLayoutVars>
          <dgm:bulletEnabled val="1"/>
        </dgm:presLayoutVars>
      </dgm:prSet>
      <dgm:spPr/>
    </dgm:pt>
    <dgm:pt modelId="{B1B3BE4F-DA65-4692-81E6-A8E848ED7398}" type="pres">
      <dgm:prSet presAssocID="{F8926440-FA63-487F-BD46-DD6529122859}" presName="spNode" presStyleCnt="0"/>
      <dgm:spPr/>
    </dgm:pt>
    <dgm:pt modelId="{77BF31F1-3053-4F71-B48F-E27A709A999E}" type="pres">
      <dgm:prSet presAssocID="{9C558599-EF9D-4A95-B6BE-8C98445F5275}" presName="sibTrans" presStyleLbl="sibTrans1D1" presStyleIdx="3" presStyleCnt="7"/>
      <dgm:spPr/>
    </dgm:pt>
    <dgm:pt modelId="{C2066734-CA61-48EF-B7A3-83D417FA9E21}" type="pres">
      <dgm:prSet presAssocID="{EBA0159A-0620-4089-8B83-68F9DBC86714}" presName="node" presStyleLbl="node1" presStyleIdx="4" presStyleCnt="7">
        <dgm:presLayoutVars>
          <dgm:bulletEnabled val="1"/>
        </dgm:presLayoutVars>
      </dgm:prSet>
      <dgm:spPr/>
    </dgm:pt>
    <dgm:pt modelId="{389B3A07-C83E-4C45-9748-69A3CCABC56B}" type="pres">
      <dgm:prSet presAssocID="{EBA0159A-0620-4089-8B83-68F9DBC86714}" presName="spNode" presStyleCnt="0"/>
      <dgm:spPr/>
    </dgm:pt>
    <dgm:pt modelId="{6261F5CD-AC4D-4F4F-B38C-5B3A4DD0E20D}" type="pres">
      <dgm:prSet presAssocID="{B0A52AA3-A580-4F24-BE69-B4A1CB31DFD7}" presName="sibTrans" presStyleLbl="sibTrans1D1" presStyleIdx="4" presStyleCnt="7"/>
      <dgm:spPr/>
    </dgm:pt>
    <dgm:pt modelId="{6B603D3A-AF96-4F66-B728-EE533B07EE83}" type="pres">
      <dgm:prSet presAssocID="{D0ABF270-66DE-4EBA-95DE-F7FD8DCCED44}" presName="node" presStyleLbl="node1" presStyleIdx="5" presStyleCnt="7">
        <dgm:presLayoutVars>
          <dgm:bulletEnabled val="1"/>
        </dgm:presLayoutVars>
      </dgm:prSet>
      <dgm:spPr/>
    </dgm:pt>
    <dgm:pt modelId="{AEA89A2C-F56D-4E49-A357-C9F5BA6C78AF}" type="pres">
      <dgm:prSet presAssocID="{D0ABF270-66DE-4EBA-95DE-F7FD8DCCED44}" presName="spNode" presStyleCnt="0"/>
      <dgm:spPr/>
    </dgm:pt>
    <dgm:pt modelId="{952319B4-8DEB-43B8-B481-D5689B7A11DE}" type="pres">
      <dgm:prSet presAssocID="{19DEAA21-39D1-463B-8385-F3653A23BF6C}" presName="sibTrans" presStyleLbl="sibTrans1D1" presStyleIdx="5" presStyleCnt="7"/>
      <dgm:spPr/>
    </dgm:pt>
    <dgm:pt modelId="{A1FD1DE0-130E-44F2-98F6-3DFC54FF22D3}" type="pres">
      <dgm:prSet presAssocID="{BE6EE663-686B-4E33-8145-E3619D1A2818}" presName="node" presStyleLbl="node1" presStyleIdx="6" presStyleCnt="7">
        <dgm:presLayoutVars>
          <dgm:bulletEnabled val="1"/>
        </dgm:presLayoutVars>
      </dgm:prSet>
      <dgm:spPr/>
    </dgm:pt>
    <dgm:pt modelId="{21CC2669-CD64-4F8F-9B70-0D39D708AB85}" type="pres">
      <dgm:prSet presAssocID="{BE6EE663-686B-4E33-8145-E3619D1A2818}" presName="spNode" presStyleCnt="0"/>
      <dgm:spPr/>
    </dgm:pt>
    <dgm:pt modelId="{55B53615-1907-4416-9EAA-D053722683D8}" type="pres">
      <dgm:prSet presAssocID="{3F801063-DDDA-430C-A382-6F6AC8872017}" presName="sibTrans" presStyleLbl="sibTrans1D1" presStyleIdx="6" presStyleCnt="7"/>
      <dgm:spPr/>
    </dgm:pt>
  </dgm:ptLst>
  <dgm:cxnLst>
    <dgm:cxn modelId="{859B8606-5091-4674-9860-9FA08C8E3657}" srcId="{935F37A7-FA5E-495C-9D6E-7E5C6EBC5A3F}" destId="{C83A5FB2-215D-46CC-9E1C-974C2764A573}" srcOrd="1" destOrd="0" parTransId="{4D0ECA6C-B078-4B60-B6E9-2E0E92772D7D}" sibTransId="{FB26822B-96AE-4EFD-A7F4-7E084BFD948A}"/>
    <dgm:cxn modelId="{B75B3108-6A93-4D26-9911-8E8FC076465F}" srcId="{935F37A7-FA5E-495C-9D6E-7E5C6EBC5A3F}" destId="{F8926440-FA63-487F-BD46-DD6529122859}" srcOrd="3" destOrd="0" parTransId="{7F051EE6-E04F-4080-89F7-16CCDC6C9A1B}" sibTransId="{9C558599-EF9D-4A95-B6BE-8C98445F5275}"/>
    <dgm:cxn modelId="{B6291C0B-5AF8-4CF8-853A-791D8AF20C71}" type="presOf" srcId="{C05C86E7-87FC-423E-87B9-5E29A6568F24}" destId="{91CE9493-E268-44AB-A0FB-E2B31069E7E7}" srcOrd="0" destOrd="0" presId="urn:microsoft.com/office/officeart/2005/8/layout/cycle6"/>
    <dgm:cxn modelId="{5ACE1062-D5F6-4740-B4A0-35D6ECAD8E64}" type="presOf" srcId="{B0A52AA3-A580-4F24-BE69-B4A1CB31DFD7}" destId="{6261F5CD-AC4D-4F4F-B38C-5B3A4DD0E20D}" srcOrd="0" destOrd="0" presId="urn:microsoft.com/office/officeart/2005/8/layout/cycle6"/>
    <dgm:cxn modelId="{27771044-82B3-4EEA-B0AC-3BC5DE018FA3}" type="presOf" srcId="{EBA0159A-0620-4089-8B83-68F9DBC86714}" destId="{C2066734-CA61-48EF-B7A3-83D417FA9E21}" srcOrd="0" destOrd="0" presId="urn:microsoft.com/office/officeart/2005/8/layout/cycle6"/>
    <dgm:cxn modelId="{5E5D0E4B-0D91-4801-858E-151155E6F93A}" type="presOf" srcId="{935F37A7-FA5E-495C-9D6E-7E5C6EBC5A3F}" destId="{9680B9C2-1DB2-45D6-8E25-C62C01A68C5A}" srcOrd="0" destOrd="0" presId="urn:microsoft.com/office/officeart/2005/8/layout/cycle6"/>
    <dgm:cxn modelId="{8585236E-F155-4DBE-93F4-367E9A611622}" type="presOf" srcId="{C83A5FB2-215D-46CC-9E1C-974C2764A573}" destId="{E529D220-764D-4397-9252-B3786B8A2A81}" srcOrd="0" destOrd="0" presId="urn:microsoft.com/office/officeart/2005/8/layout/cycle6"/>
    <dgm:cxn modelId="{741D276E-6666-4B65-9EA4-52FDCFA3C129}" srcId="{935F37A7-FA5E-495C-9D6E-7E5C6EBC5A3F}" destId="{FB2A0A67-3705-4A0D-982D-19CFD60F462E}" srcOrd="2" destOrd="0" parTransId="{47686C0D-C59F-4168-A9C3-AA4D93560584}" sibTransId="{C05C86E7-87FC-423E-87B9-5E29A6568F24}"/>
    <dgm:cxn modelId="{62744374-47FF-44E2-B0C6-2CD5D56200BD}" type="presOf" srcId="{FB26822B-96AE-4EFD-A7F4-7E084BFD948A}" destId="{069A6D3E-11B0-48B6-A7C4-D9FA238829A5}" srcOrd="0" destOrd="0" presId="urn:microsoft.com/office/officeart/2005/8/layout/cycle6"/>
    <dgm:cxn modelId="{B5C1E957-D990-4B5D-BAED-AD298FA36CDC}" type="presOf" srcId="{D0ABF270-66DE-4EBA-95DE-F7FD8DCCED44}" destId="{6B603D3A-AF96-4F66-B728-EE533B07EE83}" srcOrd="0" destOrd="0" presId="urn:microsoft.com/office/officeart/2005/8/layout/cycle6"/>
    <dgm:cxn modelId="{3B64697D-1239-4787-8596-FCE45F577FCB}" srcId="{935F37A7-FA5E-495C-9D6E-7E5C6EBC5A3F}" destId="{D0ABF270-66DE-4EBA-95DE-F7FD8DCCED44}" srcOrd="5" destOrd="0" parTransId="{F1CC4E32-FD6F-4246-873E-087619CD8DED}" sibTransId="{19DEAA21-39D1-463B-8385-F3653A23BF6C}"/>
    <dgm:cxn modelId="{C1105787-DAA4-45DE-8DC0-D1484A6CD7BB}" srcId="{935F37A7-FA5E-495C-9D6E-7E5C6EBC5A3F}" destId="{0884CF54-A210-4262-A945-3D032B18F321}" srcOrd="0" destOrd="0" parTransId="{93C59996-51B9-4FA1-8B2C-479FB3F9A71E}" sibTransId="{526E09E7-3109-4DF4-B339-CB79059D407B}"/>
    <dgm:cxn modelId="{8B63C99A-7A5C-449D-837A-20857426AECE}" type="presOf" srcId="{19DEAA21-39D1-463B-8385-F3653A23BF6C}" destId="{952319B4-8DEB-43B8-B481-D5689B7A11DE}" srcOrd="0" destOrd="0" presId="urn:microsoft.com/office/officeart/2005/8/layout/cycle6"/>
    <dgm:cxn modelId="{117C74A1-0A59-4B19-9C98-4C2F57A2A500}" type="presOf" srcId="{0884CF54-A210-4262-A945-3D032B18F321}" destId="{1B17BECB-E1CD-468F-A1DB-F5D985BDA6E3}" srcOrd="0" destOrd="0" presId="urn:microsoft.com/office/officeart/2005/8/layout/cycle6"/>
    <dgm:cxn modelId="{FCAD1FA3-FF91-437E-95E5-ED2A4E07525D}" type="presOf" srcId="{526E09E7-3109-4DF4-B339-CB79059D407B}" destId="{C565E5AA-5EBD-4E25-A343-4FD934129DFB}" srcOrd="0" destOrd="0" presId="urn:microsoft.com/office/officeart/2005/8/layout/cycle6"/>
    <dgm:cxn modelId="{16D07DAA-1F8C-43BF-911B-C9CC579244B0}" type="presOf" srcId="{F8926440-FA63-487F-BD46-DD6529122859}" destId="{25604120-D376-4910-AD60-5982DFCC5AE1}" srcOrd="0" destOrd="0" presId="urn:microsoft.com/office/officeart/2005/8/layout/cycle6"/>
    <dgm:cxn modelId="{167DB0B6-8A9F-46CF-8920-8440CF0DD99E}" srcId="{935F37A7-FA5E-495C-9D6E-7E5C6EBC5A3F}" destId="{EBA0159A-0620-4089-8B83-68F9DBC86714}" srcOrd="4" destOrd="0" parTransId="{EF033F6C-C94A-43D8-8FC8-11CDF844254F}" sibTransId="{B0A52AA3-A580-4F24-BE69-B4A1CB31DFD7}"/>
    <dgm:cxn modelId="{A96DB9BC-F950-418E-8AEF-15F8EDBB4E3C}" type="presOf" srcId="{BE6EE663-686B-4E33-8145-E3619D1A2818}" destId="{A1FD1DE0-130E-44F2-98F6-3DFC54FF22D3}" srcOrd="0" destOrd="0" presId="urn:microsoft.com/office/officeart/2005/8/layout/cycle6"/>
    <dgm:cxn modelId="{3F78B9C5-66EC-4ED3-814B-0A872BAD03AA}" type="presOf" srcId="{FB2A0A67-3705-4A0D-982D-19CFD60F462E}" destId="{7EC5BF04-58CB-478A-8390-E30FE65BB910}" srcOrd="0" destOrd="0" presId="urn:microsoft.com/office/officeart/2005/8/layout/cycle6"/>
    <dgm:cxn modelId="{436A0CCC-428C-4972-80E6-CDF19FFE0F74}" type="presOf" srcId="{3F801063-DDDA-430C-A382-6F6AC8872017}" destId="{55B53615-1907-4416-9EAA-D053722683D8}" srcOrd="0" destOrd="0" presId="urn:microsoft.com/office/officeart/2005/8/layout/cycle6"/>
    <dgm:cxn modelId="{17DD22CE-ABC4-46AC-9410-C4ED5DC5BEA7}" srcId="{935F37A7-FA5E-495C-9D6E-7E5C6EBC5A3F}" destId="{BE6EE663-686B-4E33-8145-E3619D1A2818}" srcOrd="6" destOrd="0" parTransId="{7C4289DD-841C-423F-9285-35184979FE8D}" sibTransId="{3F801063-DDDA-430C-A382-6F6AC8872017}"/>
    <dgm:cxn modelId="{CF8E26D6-9C32-4317-91AF-29ADB60AD0CC}" type="presOf" srcId="{9C558599-EF9D-4A95-B6BE-8C98445F5275}" destId="{77BF31F1-3053-4F71-B48F-E27A709A999E}" srcOrd="0" destOrd="0" presId="urn:microsoft.com/office/officeart/2005/8/layout/cycle6"/>
    <dgm:cxn modelId="{072520F9-7B65-4A37-85C6-9030D2747748}" type="presParOf" srcId="{9680B9C2-1DB2-45D6-8E25-C62C01A68C5A}" destId="{1B17BECB-E1CD-468F-A1DB-F5D985BDA6E3}" srcOrd="0" destOrd="0" presId="urn:microsoft.com/office/officeart/2005/8/layout/cycle6"/>
    <dgm:cxn modelId="{B6E41FBF-7038-4F39-BADA-15D9A664FC2A}" type="presParOf" srcId="{9680B9C2-1DB2-45D6-8E25-C62C01A68C5A}" destId="{9096ED74-666B-42CE-987F-348EFF60B6B1}" srcOrd="1" destOrd="0" presId="urn:microsoft.com/office/officeart/2005/8/layout/cycle6"/>
    <dgm:cxn modelId="{E7A1CACB-CDD7-42EF-BA24-54D83651C405}" type="presParOf" srcId="{9680B9C2-1DB2-45D6-8E25-C62C01A68C5A}" destId="{C565E5AA-5EBD-4E25-A343-4FD934129DFB}" srcOrd="2" destOrd="0" presId="urn:microsoft.com/office/officeart/2005/8/layout/cycle6"/>
    <dgm:cxn modelId="{2A8F2467-C032-4CDF-9A33-10FCC3378F08}" type="presParOf" srcId="{9680B9C2-1DB2-45D6-8E25-C62C01A68C5A}" destId="{E529D220-764D-4397-9252-B3786B8A2A81}" srcOrd="3" destOrd="0" presId="urn:microsoft.com/office/officeart/2005/8/layout/cycle6"/>
    <dgm:cxn modelId="{BAF6792D-1242-447F-AC78-E521522C883A}" type="presParOf" srcId="{9680B9C2-1DB2-45D6-8E25-C62C01A68C5A}" destId="{88B764FD-D770-446E-8732-F76C3F24506B}" srcOrd="4" destOrd="0" presId="urn:microsoft.com/office/officeart/2005/8/layout/cycle6"/>
    <dgm:cxn modelId="{27DE0A87-EED7-4A50-88F9-D9128AC7206F}" type="presParOf" srcId="{9680B9C2-1DB2-45D6-8E25-C62C01A68C5A}" destId="{069A6D3E-11B0-48B6-A7C4-D9FA238829A5}" srcOrd="5" destOrd="0" presId="urn:microsoft.com/office/officeart/2005/8/layout/cycle6"/>
    <dgm:cxn modelId="{D7D7B82E-0136-42F0-B3B8-31962A5580BF}" type="presParOf" srcId="{9680B9C2-1DB2-45D6-8E25-C62C01A68C5A}" destId="{7EC5BF04-58CB-478A-8390-E30FE65BB910}" srcOrd="6" destOrd="0" presId="urn:microsoft.com/office/officeart/2005/8/layout/cycle6"/>
    <dgm:cxn modelId="{B85B271B-8A8C-4638-8673-404CD72FC4DD}" type="presParOf" srcId="{9680B9C2-1DB2-45D6-8E25-C62C01A68C5A}" destId="{23C195CE-8291-46A8-B591-5ECF9E983CD5}" srcOrd="7" destOrd="0" presId="urn:microsoft.com/office/officeart/2005/8/layout/cycle6"/>
    <dgm:cxn modelId="{673CD24B-915D-45A2-8B2C-21B072A91ED1}" type="presParOf" srcId="{9680B9C2-1DB2-45D6-8E25-C62C01A68C5A}" destId="{91CE9493-E268-44AB-A0FB-E2B31069E7E7}" srcOrd="8" destOrd="0" presId="urn:microsoft.com/office/officeart/2005/8/layout/cycle6"/>
    <dgm:cxn modelId="{E67FFE2A-FFB4-43A7-BE25-BB250AEBC471}" type="presParOf" srcId="{9680B9C2-1DB2-45D6-8E25-C62C01A68C5A}" destId="{25604120-D376-4910-AD60-5982DFCC5AE1}" srcOrd="9" destOrd="0" presId="urn:microsoft.com/office/officeart/2005/8/layout/cycle6"/>
    <dgm:cxn modelId="{94C68166-4D96-4BE6-B807-9837A9ECB704}" type="presParOf" srcId="{9680B9C2-1DB2-45D6-8E25-C62C01A68C5A}" destId="{B1B3BE4F-DA65-4692-81E6-A8E848ED7398}" srcOrd="10" destOrd="0" presId="urn:microsoft.com/office/officeart/2005/8/layout/cycle6"/>
    <dgm:cxn modelId="{E7DB6698-99BF-4342-BFB2-819C506D0B59}" type="presParOf" srcId="{9680B9C2-1DB2-45D6-8E25-C62C01A68C5A}" destId="{77BF31F1-3053-4F71-B48F-E27A709A999E}" srcOrd="11" destOrd="0" presId="urn:microsoft.com/office/officeart/2005/8/layout/cycle6"/>
    <dgm:cxn modelId="{784D4D6D-45B4-4E72-844E-98C98C18B34A}" type="presParOf" srcId="{9680B9C2-1DB2-45D6-8E25-C62C01A68C5A}" destId="{C2066734-CA61-48EF-B7A3-83D417FA9E21}" srcOrd="12" destOrd="0" presId="urn:microsoft.com/office/officeart/2005/8/layout/cycle6"/>
    <dgm:cxn modelId="{9307A0B3-3855-4458-9C81-C5521DD15FBA}" type="presParOf" srcId="{9680B9C2-1DB2-45D6-8E25-C62C01A68C5A}" destId="{389B3A07-C83E-4C45-9748-69A3CCABC56B}" srcOrd="13" destOrd="0" presId="urn:microsoft.com/office/officeart/2005/8/layout/cycle6"/>
    <dgm:cxn modelId="{FED0B234-E374-4A80-A673-F91B2D6CBEC0}" type="presParOf" srcId="{9680B9C2-1DB2-45D6-8E25-C62C01A68C5A}" destId="{6261F5CD-AC4D-4F4F-B38C-5B3A4DD0E20D}" srcOrd="14" destOrd="0" presId="urn:microsoft.com/office/officeart/2005/8/layout/cycle6"/>
    <dgm:cxn modelId="{5A470CA7-25FE-442B-8381-16AD4DA6359B}" type="presParOf" srcId="{9680B9C2-1DB2-45D6-8E25-C62C01A68C5A}" destId="{6B603D3A-AF96-4F66-B728-EE533B07EE83}" srcOrd="15" destOrd="0" presId="urn:microsoft.com/office/officeart/2005/8/layout/cycle6"/>
    <dgm:cxn modelId="{ED369F93-EF30-4D35-A94C-15948C412BB2}" type="presParOf" srcId="{9680B9C2-1DB2-45D6-8E25-C62C01A68C5A}" destId="{AEA89A2C-F56D-4E49-A357-C9F5BA6C78AF}" srcOrd="16" destOrd="0" presId="urn:microsoft.com/office/officeart/2005/8/layout/cycle6"/>
    <dgm:cxn modelId="{B61A8436-D998-4874-9A32-13901C5A1619}" type="presParOf" srcId="{9680B9C2-1DB2-45D6-8E25-C62C01A68C5A}" destId="{952319B4-8DEB-43B8-B481-D5689B7A11DE}" srcOrd="17" destOrd="0" presId="urn:microsoft.com/office/officeart/2005/8/layout/cycle6"/>
    <dgm:cxn modelId="{09676A30-2C2D-4737-B4D9-49AECA7CE5A0}" type="presParOf" srcId="{9680B9C2-1DB2-45D6-8E25-C62C01A68C5A}" destId="{A1FD1DE0-130E-44F2-98F6-3DFC54FF22D3}" srcOrd="18" destOrd="0" presId="urn:microsoft.com/office/officeart/2005/8/layout/cycle6"/>
    <dgm:cxn modelId="{6EB672E5-C37C-46E8-9F8F-45341BA2376E}" type="presParOf" srcId="{9680B9C2-1DB2-45D6-8E25-C62C01A68C5A}" destId="{21CC2669-CD64-4F8F-9B70-0D39D708AB85}" srcOrd="19" destOrd="0" presId="urn:microsoft.com/office/officeart/2005/8/layout/cycle6"/>
    <dgm:cxn modelId="{E0C98B98-6FEE-403A-B6D1-0DC77E88B264}" type="presParOf" srcId="{9680B9C2-1DB2-45D6-8E25-C62C01A68C5A}" destId="{55B53615-1907-4416-9EAA-D053722683D8}" srcOrd="2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D4861-C0F0-4C44-8495-5B2646F09AD8}">
      <dsp:nvSpPr>
        <dsp:cNvPr id="0" name=""/>
        <dsp:cNvSpPr/>
      </dsp:nvSpPr>
      <dsp:spPr>
        <a:xfrm>
          <a:off x="5812" y="474991"/>
          <a:ext cx="1358885" cy="135888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40323E-5E39-4551-A283-63E7302DC420}">
      <dsp:nvSpPr>
        <dsp:cNvPr id="0" name=""/>
        <dsp:cNvSpPr/>
      </dsp:nvSpPr>
      <dsp:spPr>
        <a:xfrm>
          <a:off x="227026" y="1290323"/>
          <a:ext cx="1358885" cy="13588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Overview of Programming</a:t>
          </a:r>
          <a:endParaRPr lang="ko-KR" altLang="en-US" sz="13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Computer science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System Architecture in seconds</a:t>
          </a:r>
          <a:endParaRPr lang="ko-KR" altLang="en-US" sz="1000" kern="1200" dirty="0"/>
        </a:p>
      </dsp:txBody>
      <dsp:txXfrm>
        <a:off x="266826" y="1330123"/>
        <a:ext cx="1279285" cy="1279285"/>
      </dsp:txXfrm>
    </dsp:sp>
    <dsp:sp modelId="{C225DF5B-8558-43DB-AD67-FE1B3E55D328}">
      <dsp:nvSpPr>
        <dsp:cNvPr id="0" name=""/>
        <dsp:cNvSpPr/>
      </dsp:nvSpPr>
      <dsp:spPr>
        <a:xfrm>
          <a:off x="1626449" y="991174"/>
          <a:ext cx="261751" cy="3265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1626449" y="1056478"/>
        <a:ext cx="183226" cy="195913"/>
      </dsp:txXfrm>
    </dsp:sp>
    <dsp:sp modelId="{C89326AF-F493-48CC-8A0B-1FB3732CE0EA}">
      <dsp:nvSpPr>
        <dsp:cNvPr id="0" name=""/>
        <dsp:cNvSpPr/>
      </dsp:nvSpPr>
      <dsp:spPr>
        <a:xfrm>
          <a:off x="2112559" y="474991"/>
          <a:ext cx="1358885" cy="135888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A7B6E-55DD-4876-810B-9E66EB53DC4A}">
      <dsp:nvSpPr>
        <dsp:cNvPr id="0" name=""/>
        <dsp:cNvSpPr/>
      </dsp:nvSpPr>
      <dsp:spPr>
        <a:xfrm>
          <a:off x="2333773" y="1290323"/>
          <a:ext cx="1358885" cy="13588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System Architecture in Detail</a:t>
          </a:r>
          <a:endParaRPr lang="ko-KR" altLang="en-US" sz="13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 Past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 Now</a:t>
          </a:r>
          <a:endParaRPr lang="ko-KR" altLang="en-US" sz="1000" kern="1200" dirty="0"/>
        </a:p>
      </dsp:txBody>
      <dsp:txXfrm>
        <a:off x="2373573" y="1330123"/>
        <a:ext cx="1279285" cy="1279285"/>
      </dsp:txXfrm>
    </dsp:sp>
    <dsp:sp modelId="{765FAE79-C866-4830-ABFF-CCF6068174FD}">
      <dsp:nvSpPr>
        <dsp:cNvPr id="0" name=""/>
        <dsp:cNvSpPr/>
      </dsp:nvSpPr>
      <dsp:spPr>
        <a:xfrm>
          <a:off x="3733196" y="991174"/>
          <a:ext cx="261751" cy="3265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3733196" y="1056478"/>
        <a:ext cx="183226" cy="195913"/>
      </dsp:txXfrm>
    </dsp:sp>
    <dsp:sp modelId="{128C1BA2-0B60-4791-9301-E32FF5F4BBC9}">
      <dsp:nvSpPr>
        <dsp:cNvPr id="0" name=""/>
        <dsp:cNvSpPr/>
      </dsp:nvSpPr>
      <dsp:spPr>
        <a:xfrm>
          <a:off x="4219306" y="474991"/>
          <a:ext cx="1358885" cy="135888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6933C-D2B1-4DD6-90D3-F03426427F29}">
      <dsp:nvSpPr>
        <dsp:cNvPr id="0" name=""/>
        <dsp:cNvSpPr/>
      </dsp:nvSpPr>
      <dsp:spPr>
        <a:xfrm>
          <a:off x="4440520" y="1290323"/>
          <a:ext cx="1358885" cy="13588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FE - Frontend</a:t>
          </a:r>
          <a:endParaRPr lang="ko-KR" altLang="en-US" sz="13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React.js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Best practices</a:t>
          </a:r>
          <a:endParaRPr lang="ko-KR" altLang="en-US" sz="1000" kern="1200" dirty="0"/>
        </a:p>
      </dsp:txBody>
      <dsp:txXfrm>
        <a:off x="4480320" y="1330123"/>
        <a:ext cx="1279285" cy="1279285"/>
      </dsp:txXfrm>
    </dsp:sp>
    <dsp:sp modelId="{C12131D0-6F01-4DC6-A29E-DD16BC6628DB}">
      <dsp:nvSpPr>
        <dsp:cNvPr id="0" name=""/>
        <dsp:cNvSpPr/>
      </dsp:nvSpPr>
      <dsp:spPr>
        <a:xfrm>
          <a:off x="5839943" y="991174"/>
          <a:ext cx="261751" cy="3265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5839943" y="1056478"/>
        <a:ext cx="183226" cy="195913"/>
      </dsp:txXfrm>
    </dsp:sp>
    <dsp:sp modelId="{00C28DDE-F245-4198-858A-AE5D0A850D4B}">
      <dsp:nvSpPr>
        <dsp:cNvPr id="0" name=""/>
        <dsp:cNvSpPr/>
      </dsp:nvSpPr>
      <dsp:spPr>
        <a:xfrm>
          <a:off x="6326053" y="474991"/>
          <a:ext cx="1358885" cy="135888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3E4D5-F5FD-4C7B-9911-57FCDDEC39C6}">
      <dsp:nvSpPr>
        <dsp:cNvPr id="0" name=""/>
        <dsp:cNvSpPr/>
      </dsp:nvSpPr>
      <dsp:spPr>
        <a:xfrm>
          <a:off x="6547267" y="1290323"/>
          <a:ext cx="1358885" cy="13588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BE – Backend</a:t>
          </a:r>
          <a:endParaRPr lang="ko-KR" altLang="en-US" sz="13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Java core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 err="1"/>
            <a:t>Springboot</a:t>
          </a:r>
          <a:r>
            <a:rPr lang="en-US" altLang="ko-KR" sz="1000" kern="1200" dirty="0"/>
            <a:t>, etc.</a:t>
          </a:r>
          <a:endParaRPr lang="ko-KR" altLang="en-US" sz="1000" kern="1200" dirty="0"/>
        </a:p>
      </dsp:txBody>
      <dsp:txXfrm>
        <a:off x="6587067" y="1330123"/>
        <a:ext cx="1279285" cy="1279285"/>
      </dsp:txXfrm>
    </dsp:sp>
    <dsp:sp modelId="{0F4638E9-70CB-42C1-B25F-A5C12C00EBE9}">
      <dsp:nvSpPr>
        <dsp:cNvPr id="0" name=""/>
        <dsp:cNvSpPr/>
      </dsp:nvSpPr>
      <dsp:spPr>
        <a:xfrm>
          <a:off x="7946690" y="991174"/>
          <a:ext cx="261751" cy="3265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7946690" y="1056478"/>
        <a:ext cx="183226" cy="195913"/>
      </dsp:txXfrm>
    </dsp:sp>
    <dsp:sp modelId="{14629040-12AE-4732-A757-3C1565ACC61C}">
      <dsp:nvSpPr>
        <dsp:cNvPr id="0" name=""/>
        <dsp:cNvSpPr/>
      </dsp:nvSpPr>
      <dsp:spPr>
        <a:xfrm>
          <a:off x="8432800" y="474991"/>
          <a:ext cx="1358885" cy="135888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00BFC-93DE-45E4-8EC4-672CC3405F92}">
      <dsp:nvSpPr>
        <dsp:cNvPr id="0" name=""/>
        <dsp:cNvSpPr/>
      </dsp:nvSpPr>
      <dsp:spPr>
        <a:xfrm>
          <a:off x="8654014" y="1290323"/>
          <a:ext cx="1358885" cy="13588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Practical Project</a:t>
          </a:r>
          <a:endParaRPr lang="ko-KR" altLang="en-US" sz="13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Agile scrum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Business Analyzing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Implementing features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000" kern="1200" dirty="0"/>
            <a:t>Teamwork</a:t>
          </a:r>
          <a:endParaRPr lang="ko-KR" altLang="en-US" sz="1000" kern="1200" dirty="0"/>
        </a:p>
      </dsp:txBody>
      <dsp:txXfrm>
        <a:off x="8693814" y="1330123"/>
        <a:ext cx="1279285" cy="12792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4F43A7-3561-4EC6-81D2-80B07BEAA2D5}">
      <dsp:nvSpPr>
        <dsp:cNvPr id="0" name=""/>
        <dsp:cNvSpPr/>
      </dsp:nvSpPr>
      <dsp:spPr>
        <a:xfrm rot="5400000">
          <a:off x="-88534" y="89765"/>
          <a:ext cx="590229" cy="413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7</a:t>
          </a:r>
          <a:endParaRPr lang="ko-KR" altLang="en-US" sz="1100" kern="1200" dirty="0"/>
        </a:p>
      </dsp:txBody>
      <dsp:txXfrm rot="-5400000">
        <a:off x="1" y="207810"/>
        <a:ext cx="413160" cy="177069"/>
      </dsp:txXfrm>
    </dsp:sp>
    <dsp:sp modelId="{088A66FC-8EB0-45C6-9E70-9F84E002A9E6}">
      <dsp:nvSpPr>
        <dsp:cNvPr id="0" name=""/>
        <dsp:cNvSpPr/>
      </dsp:nvSpPr>
      <dsp:spPr>
        <a:xfrm rot="5400000">
          <a:off x="2328767" y="-1914375"/>
          <a:ext cx="383649" cy="4214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800" kern="1200" dirty="0"/>
            <a:t>Application layer: FTP, SMTP, Telnet </a:t>
          </a:r>
          <a:endParaRPr lang="ko-KR" altLang="en-US" sz="1800" kern="1200" dirty="0"/>
        </a:p>
      </dsp:txBody>
      <dsp:txXfrm rot="-5400000">
        <a:off x="413160" y="19960"/>
        <a:ext cx="4196135" cy="346193"/>
      </dsp:txXfrm>
    </dsp:sp>
    <dsp:sp modelId="{4569ACCB-ED85-497F-8BE0-4B5ADF34570C}">
      <dsp:nvSpPr>
        <dsp:cNvPr id="0" name=""/>
        <dsp:cNvSpPr/>
      </dsp:nvSpPr>
      <dsp:spPr>
        <a:xfrm rot="5400000">
          <a:off x="-88534" y="592371"/>
          <a:ext cx="590229" cy="413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6</a:t>
          </a:r>
          <a:endParaRPr lang="ko-KR" altLang="en-US" sz="1100" kern="1200" dirty="0"/>
        </a:p>
      </dsp:txBody>
      <dsp:txXfrm rot="-5400000">
        <a:off x="1" y="710416"/>
        <a:ext cx="413160" cy="177069"/>
      </dsp:txXfrm>
    </dsp:sp>
    <dsp:sp modelId="{6B494F4B-3966-4B45-93AD-810096CDE82D}">
      <dsp:nvSpPr>
        <dsp:cNvPr id="0" name=""/>
        <dsp:cNvSpPr/>
      </dsp:nvSpPr>
      <dsp:spPr>
        <a:xfrm rot="5400000">
          <a:off x="2328767" y="-1411770"/>
          <a:ext cx="383649" cy="4214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800" kern="1200" dirty="0"/>
            <a:t>Presentation layer: Format, Encryption</a:t>
          </a:r>
          <a:endParaRPr lang="ko-KR" altLang="en-US" sz="1800" kern="1200" dirty="0"/>
        </a:p>
      </dsp:txBody>
      <dsp:txXfrm rot="-5400000">
        <a:off x="413160" y="522565"/>
        <a:ext cx="4196135" cy="346193"/>
      </dsp:txXfrm>
    </dsp:sp>
    <dsp:sp modelId="{7F430978-892E-410C-B9D5-D9F02D5C34FA}">
      <dsp:nvSpPr>
        <dsp:cNvPr id="0" name=""/>
        <dsp:cNvSpPr/>
      </dsp:nvSpPr>
      <dsp:spPr>
        <a:xfrm rot="5400000">
          <a:off x="-88534" y="1094977"/>
          <a:ext cx="590229" cy="413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5</a:t>
          </a:r>
          <a:endParaRPr lang="ko-KR" altLang="en-US" sz="1100" kern="1200" dirty="0"/>
        </a:p>
      </dsp:txBody>
      <dsp:txXfrm rot="-5400000">
        <a:off x="1" y="1213022"/>
        <a:ext cx="413160" cy="177069"/>
      </dsp:txXfrm>
    </dsp:sp>
    <dsp:sp modelId="{A9A79E78-B14E-4E7E-BFF8-1055919107D9}">
      <dsp:nvSpPr>
        <dsp:cNvPr id="0" name=""/>
        <dsp:cNvSpPr/>
      </dsp:nvSpPr>
      <dsp:spPr>
        <a:xfrm rot="5400000">
          <a:off x="2328767" y="-909164"/>
          <a:ext cx="383649" cy="4214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800" kern="1200" dirty="0"/>
            <a:t>Session layer: Start/Stop session</a:t>
          </a:r>
          <a:endParaRPr lang="ko-KR" altLang="en-US" sz="1800" kern="1200" dirty="0"/>
        </a:p>
      </dsp:txBody>
      <dsp:txXfrm rot="-5400000">
        <a:off x="413160" y="1025171"/>
        <a:ext cx="4196135" cy="346193"/>
      </dsp:txXfrm>
    </dsp:sp>
    <dsp:sp modelId="{7516D6CD-B72C-42C3-920B-68B72BFBC125}">
      <dsp:nvSpPr>
        <dsp:cNvPr id="0" name=""/>
        <dsp:cNvSpPr/>
      </dsp:nvSpPr>
      <dsp:spPr>
        <a:xfrm rot="5400000">
          <a:off x="-88534" y="1597583"/>
          <a:ext cx="590229" cy="413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4</a:t>
          </a:r>
          <a:endParaRPr lang="ko-KR" altLang="en-US" sz="1100" kern="1200" dirty="0"/>
        </a:p>
      </dsp:txBody>
      <dsp:txXfrm rot="-5400000">
        <a:off x="1" y="1715628"/>
        <a:ext cx="413160" cy="177069"/>
      </dsp:txXfrm>
    </dsp:sp>
    <dsp:sp modelId="{73CCF36F-8C25-426B-8ADF-29205A9103FA}">
      <dsp:nvSpPr>
        <dsp:cNvPr id="0" name=""/>
        <dsp:cNvSpPr/>
      </dsp:nvSpPr>
      <dsp:spPr>
        <a:xfrm rot="5400000">
          <a:off x="2328767" y="-406558"/>
          <a:ext cx="383649" cy="4214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800" kern="1200" dirty="0"/>
            <a:t>Transport layer: TCP, UCP, Port numbers</a:t>
          </a:r>
          <a:endParaRPr lang="ko-KR" altLang="en-US" sz="1800" kern="1200" dirty="0"/>
        </a:p>
      </dsp:txBody>
      <dsp:txXfrm rot="-5400000">
        <a:off x="413160" y="1527777"/>
        <a:ext cx="4196135" cy="346193"/>
      </dsp:txXfrm>
    </dsp:sp>
    <dsp:sp modelId="{A4B4EDF0-84D0-436B-B289-786AF61A39B7}">
      <dsp:nvSpPr>
        <dsp:cNvPr id="0" name=""/>
        <dsp:cNvSpPr/>
      </dsp:nvSpPr>
      <dsp:spPr>
        <a:xfrm rot="5400000">
          <a:off x="-88534" y="2100189"/>
          <a:ext cx="590229" cy="413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3</a:t>
          </a:r>
          <a:endParaRPr lang="ko-KR" altLang="en-US" sz="1100" kern="1200" dirty="0"/>
        </a:p>
      </dsp:txBody>
      <dsp:txXfrm rot="-5400000">
        <a:off x="1" y="2218234"/>
        <a:ext cx="413160" cy="177069"/>
      </dsp:txXfrm>
    </dsp:sp>
    <dsp:sp modelId="{DC509367-0DC9-4B7A-8E7C-611363CCBE5B}">
      <dsp:nvSpPr>
        <dsp:cNvPr id="0" name=""/>
        <dsp:cNvSpPr/>
      </dsp:nvSpPr>
      <dsp:spPr>
        <a:xfrm rot="5400000">
          <a:off x="2328767" y="96047"/>
          <a:ext cx="383649" cy="4214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800" kern="1200" dirty="0"/>
            <a:t>Network layer: IP address, routers</a:t>
          </a:r>
          <a:endParaRPr lang="ko-KR" altLang="en-US" sz="1800" kern="1200" dirty="0"/>
        </a:p>
      </dsp:txBody>
      <dsp:txXfrm rot="-5400000">
        <a:off x="413160" y="2030382"/>
        <a:ext cx="4196135" cy="346193"/>
      </dsp:txXfrm>
    </dsp:sp>
    <dsp:sp modelId="{248B06B0-5FD8-445D-876D-C6CF7C21DB62}">
      <dsp:nvSpPr>
        <dsp:cNvPr id="0" name=""/>
        <dsp:cNvSpPr/>
      </dsp:nvSpPr>
      <dsp:spPr>
        <a:xfrm rot="5400000">
          <a:off x="-88534" y="2602794"/>
          <a:ext cx="590229" cy="413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2</a:t>
          </a:r>
          <a:endParaRPr lang="ko-KR" altLang="en-US" sz="1100" kern="1200" dirty="0"/>
        </a:p>
      </dsp:txBody>
      <dsp:txXfrm rot="-5400000">
        <a:off x="1" y="2720839"/>
        <a:ext cx="413160" cy="177069"/>
      </dsp:txXfrm>
    </dsp:sp>
    <dsp:sp modelId="{EE4FFAF8-B883-4D3B-BDF8-79E2D28FBBD7}">
      <dsp:nvSpPr>
        <dsp:cNvPr id="0" name=""/>
        <dsp:cNvSpPr/>
      </dsp:nvSpPr>
      <dsp:spPr>
        <a:xfrm rot="5400000">
          <a:off x="2328767" y="598653"/>
          <a:ext cx="383649" cy="4214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800" kern="1200" dirty="0"/>
            <a:t>Data Link layer: MAC addresses switches</a:t>
          </a:r>
          <a:endParaRPr lang="ko-KR" altLang="en-US" sz="1800" kern="1200" dirty="0"/>
        </a:p>
      </dsp:txBody>
      <dsp:txXfrm rot="-5400000">
        <a:off x="413160" y="2532988"/>
        <a:ext cx="4196135" cy="346193"/>
      </dsp:txXfrm>
    </dsp:sp>
    <dsp:sp modelId="{938E1057-9F58-4969-BDA9-93F48B7A14DD}">
      <dsp:nvSpPr>
        <dsp:cNvPr id="0" name=""/>
        <dsp:cNvSpPr/>
      </dsp:nvSpPr>
      <dsp:spPr>
        <a:xfrm rot="5400000">
          <a:off x="-88534" y="3105400"/>
          <a:ext cx="590229" cy="4131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/>
            <a:t>1</a:t>
          </a:r>
          <a:endParaRPr lang="ko-KR" altLang="en-US" sz="1100" kern="1200" dirty="0"/>
        </a:p>
      </dsp:txBody>
      <dsp:txXfrm rot="-5400000">
        <a:off x="1" y="3223445"/>
        <a:ext cx="413160" cy="177069"/>
      </dsp:txXfrm>
    </dsp:sp>
    <dsp:sp modelId="{2FFF5AE9-0480-48B1-A187-57A904B70C18}">
      <dsp:nvSpPr>
        <dsp:cNvPr id="0" name=""/>
        <dsp:cNvSpPr/>
      </dsp:nvSpPr>
      <dsp:spPr>
        <a:xfrm rot="5400000">
          <a:off x="2328767" y="1101259"/>
          <a:ext cx="383649" cy="4214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800" kern="1200" dirty="0"/>
            <a:t>Physical layer: Cables, NIC, Hubs, etc.</a:t>
          </a:r>
          <a:endParaRPr lang="ko-KR" altLang="en-US" sz="1800" kern="1200" dirty="0"/>
        </a:p>
      </dsp:txBody>
      <dsp:txXfrm rot="-5400000">
        <a:off x="413160" y="3035594"/>
        <a:ext cx="4196135" cy="3461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7BECB-E1CD-468F-A1DB-F5D985BDA6E3}">
      <dsp:nvSpPr>
        <dsp:cNvPr id="0" name=""/>
        <dsp:cNvSpPr/>
      </dsp:nvSpPr>
      <dsp:spPr>
        <a:xfrm>
          <a:off x="2249467" y="2463"/>
          <a:ext cx="975705" cy="634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Syntax</a:t>
          </a:r>
          <a:endParaRPr lang="ko-KR" altLang="en-US" sz="1400" kern="1200" dirty="0"/>
        </a:p>
      </dsp:txBody>
      <dsp:txXfrm>
        <a:off x="2280426" y="33422"/>
        <a:ext cx="913787" cy="572290"/>
      </dsp:txXfrm>
    </dsp:sp>
    <dsp:sp modelId="{C565E5AA-5EBD-4E25-A343-4FD934129DFB}">
      <dsp:nvSpPr>
        <dsp:cNvPr id="0" name=""/>
        <dsp:cNvSpPr/>
      </dsp:nvSpPr>
      <dsp:spPr>
        <a:xfrm>
          <a:off x="926079" y="319567"/>
          <a:ext cx="3622482" cy="3622482"/>
        </a:xfrm>
        <a:custGeom>
          <a:avLst/>
          <a:gdLst/>
          <a:ahLst/>
          <a:cxnLst/>
          <a:rect l="0" t="0" r="0" b="0"/>
          <a:pathLst>
            <a:path>
              <a:moveTo>
                <a:pt x="2305561" y="68759"/>
              </a:moveTo>
              <a:arcTo wR="1811241" hR="1811241" stAng="17150280" swAng="125736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29D220-764D-4397-9252-B3786B8A2A81}">
      <dsp:nvSpPr>
        <dsp:cNvPr id="0" name=""/>
        <dsp:cNvSpPr/>
      </dsp:nvSpPr>
      <dsp:spPr>
        <a:xfrm>
          <a:off x="3665553" y="684414"/>
          <a:ext cx="975705" cy="634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Variables</a:t>
          </a:r>
          <a:endParaRPr lang="ko-KR" altLang="en-US" sz="1400" kern="1200" dirty="0"/>
        </a:p>
      </dsp:txBody>
      <dsp:txXfrm>
        <a:off x="3696512" y="715373"/>
        <a:ext cx="913787" cy="572290"/>
      </dsp:txXfrm>
    </dsp:sp>
    <dsp:sp modelId="{069A6D3E-11B0-48B6-A7C4-D9FA238829A5}">
      <dsp:nvSpPr>
        <dsp:cNvPr id="0" name=""/>
        <dsp:cNvSpPr/>
      </dsp:nvSpPr>
      <dsp:spPr>
        <a:xfrm>
          <a:off x="926079" y="319567"/>
          <a:ext cx="3622482" cy="3622482"/>
        </a:xfrm>
        <a:custGeom>
          <a:avLst/>
          <a:gdLst/>
          <a:ahLst/>
          <a:cxnLst/>
          <a:rect l="0" t="0" r="0" b="0"/>
          <a:pathLst>
            <a:path>
              <a:moveTo>
                <a:pt x="3434271" y="1007271"/>
              </a:moveTo>
              <a:arcTo wR="1811241" hR="1811241" stAng="20018906" swAng="172683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C5BF04-58CB-478A-8390-E30FE65BB910}">
      <dsp:nvSpPr>
        <dsp:cNvPr id="0" name=""/>
        <dsp:cNvSpPr/>
      </dsp:nvSpPr>
      <dsp:spPr>
        <a:xfrm>
          <a:off x="4015297" y="2216743"/>
          <a:ext cx="975705" cy="634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Control Structures</a:t>
          </a:r>
          <a:endParaRPr lang="ko-KR" altLang="en-US" sz="1400" kern="1200" dirty="0"/>
        </a:p>
      </dsp:txBody>
      <dsp:txXfrm>
        <a:off x="4046256" y="2247702"/>
        <a:ext cx="913787" cy="572290"/>
      </dsp:txXfrm>
    </dsp:sp>
    <dsp:sp modelId="{91CE9493-E268-44AB-A0FB-E2B31069E7E7}">
      <dsp:nvSpPr>
        <dsp:cNvPr id="0" name=""/>
        <dsp:cNvSpPr/>
      </dsp:nvSpPr>
      <dsp:spPr>
        <a:xfrm>
          <a:off x="926079" y="319567"/>
          <a:ext cx="3622482" cy="3622482"/>
        </a:xfrm>
        <a:custGeom>
          <a:avLst/>
          <a:gdLst/>
          <a:ahLst/>
          <a:cxnLst/>
          <a:rect l="0" t="0" r="0" b="0"/>
          <a:pathLst>
            <a:path>
              <a:moveTo>
                <a:pt x="3470265" y="2538037"/>
              </a:moveTo>
              <a:arcTo wR="1811241" hR="1811241" stAng="1419456" swAng="1359361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04120-D376-4910-AD60-5982DFCC5AE1}">
      <dsp:nvSpPr>
        <dsp:cNvPr id="0" name=""/>
        <dsp:cNvSpPr/>
      </dsp:nvSpPr>
      <dsp:spPr>
        <a:xfrm>
          <a:off x="3035336" y="3445576"/>
          <a:ext cx="975705" cy="634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Operators</a:t>
          </a:r>
          <a:endParaRPr lang="ko-KR" altLang="en-US" sz="1400" kern="1200" dirty="0"/>
        </a:p>
      </dsp:txBody>
      <dsp:txXfrm>
        <a:off x="3066295" y="3476535"/>
        <a:ext cx="913787" cy="572290"/>
      </dsp:txXfrm>
    </dsp:sp>
    <dsp:sp modelId="{77BF31F1-3053-4F71-B48F-E27A709A999E}">
      <dsp:nvSpPr>
        <dsp:cNvPr id="0" name=""/>
        <dsp:cNvSpPr/>
      </dsp:nvSpPr>
      <dsp:spPr>
        <a:xfrm>
          <a:off x="926079" y="319567"/>
          <a:ext cx="3622482" cy="3622482"/>
        </a:xfrm>
        <a:custGeom>
          <a:avLst/>
          <a:gdLst/>
          <a:ahLst/>
          <a:cxnLst/>
          <a:rect l="0" t="0" r="0" b="0"/>
          <a:pathLst>
            <a:path>
              <a:moveTo>
                <a:pt x="2103375" y="3598767"/>
              </a:moveTo>
              <a:arcTo wR="1811241" hR="1811241" stAng="4843094" swAng="1113813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066734-CA61-48EF-B7A3-83D417FA9E21}">
      <dsp:nvSpPr>
        <dsp:cNvPr id="0" name=""/>
        <dsp:cNvSpPr/>
      </dsp:nvSpPr>
      <dsp:spPr>
        <a:xfrm>
          <a:off x="1463599" y="3445576"/>
          <a:ext cx="975705" cy="634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Data Types</a:t>
          </a:r>
          <a:endParaRPr lang="ko-KR" altLang="en-US" sz="1400" kern="1200" dirty="0"/>
        </a:p>
      </dsp:txBody>
      <dsp:txXfrm>
        <a:off x="1494558" y="3476535"/>
        <a:ext cx="913787" cy="572290"/>
      </dsp:txXfrm>
    </dsp:sp>
    <dsp:sp modelId="{6261F5CD-AC4D-4F4F-B38C-5B3A4DD0E20D}">
      <dsp:nvSpPr>
        <dsp:cNvPr id="0" name=""/>
        <dsp:cNvSpPr/>
      </dsp:nvSpPr>
      <dsp:spPr>
        <a:xfrm>
          <a:off x="926079" y="319567"/>
          <a:ext cx="3622482" cy="3622482"/>
        </a:xfrm>
        <a:custGeom>
          <a:avLst/>
          <a:gdLst/>
          <a:ahLst/>
          <a:cxnLst/>
          <a:rect l="0" t="0" r="0" b="0"/>
          <a:pathLst>
            <a:path>
              <a:moveTo>
                <a:pt x="560197" y="3121006"/>
              </a:moveTo>
              <a:arcTo wR="1811241" hR="1811241" stAng="8021183" swAng="1359361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603D3A-AF96-4F66-B728-EE533B07EE83}">
      <dsp:nvSpPr>
        <dsp:cNvPr id="0" name=""/>
        <dsp:cNvSpPr/>
      </dsp:nvSpPr>
      <dsp:spPr>
        <a:xfrm>
          <a:off x="483638" y="2216743"/>
          <a:ext cx="975705" cy="634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Libraries</a:t>
          </a:r>
          <a:endParaRPr lang="ko-KR" altLang="en-US" sz="1400" kern="1200" dirty="0"/>
        </a:p>
      </dsp:txBody>
      <dsp:txXfrm>
        <a:off x="514597" y="2247702"/>
        <a:ext cx="913787" cy="572290"/>
      </dsp:txXfrm>
    </dsp:sp>
    <dsp:sp modelId="{952319B4-8DEB-43B8-B481-D5689B7A11DE}">
      <dsp:nvSpPr>
        <dsp:cNvPr id="0" name=""/>
        <dsp:cNvSpPr/>
      </dsp:nvSpPr>
      <dsp:spPr>
        <a:xfrm>
          <a:off x="926079" y="319567"/>
          <a:ext cx="3622482" cy="3622482"/>
        </a:xfrm>
        <a:custGeom>
          <a:avLst/>
          <a:gdLst/>
          <a:ahLst/>
          <a:cxnLst/>
          <a:rect l="0" t="0" r="0" b="0"/>
          <a:pathLst>
            <a:path>
              <a:moveTo>
                <a:pt x="1627" y="1888004"/>
              </a:moveTo>
              <a:arcTo wR="1811241" hR="1811241" stAng="10654258" swAng="172683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FD1DE0-130E-44F2-98F6-3DFC54FF22D3}">
      <dsp:nvSpPr>
        <dsp:cNvPr id="0" name=""/>
        <dsp:cNvSpPr/>
      </dsp:nvSpPr>
      <dsp:spPr>
        <a:xfrm>
          <a:off x="833382" y="684414"/>
          <a:ext cx="975705" cy="6342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Paradigms</a:t>
          </a:r>
          <a:endParaRPr lang="ko-KR" altLang="en-US" sz="1400" kern="1200" dirty="0"/>
        </a:p>
      </dsp:txBody>
      <dsp:txXfrm>
        <a:off x="864341" y="715373"/>
        <a:ext cx="913787" cy="572290"/>
      </dsp:txXfrm>
    </dsp:sp>
    <dsp:sp modelId="{55B53615-1907-4416-9EAA-D053722683D8}">
      <dsp:nvSpPr>
        <dsp:cNvPr id="0" name=""/>
        <dsp:cNvSpPr/>
      </dsp:nvSpPr>
      <dsp:spPr>
        <a:xfrm>
          <a:off x="926079" y="319567"/>
          <a:ext cx="3622482" cy="3622482"/>
        </a:xfrm>
        <a:custGeom>
          <a:avLst/>
          <a:gdLst/>
          <a:ahLst/>
          <a:cxnLst/>
          <a:rect l="0" t="0" r="0" b="0"/>
          <a:pathLst>
            <a:path>
              <a:moveTo>
                <a:pt x="726414" y="360811"/>
              </a:moveTo>
              <a:arcTo wR="1811241" hR="1811241" stAng="13992354" swAng="125736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BA8E6-E0AF-4A7F-B9A2-B3531E29712F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1B124-A486-49DA-8D06-6AAE9EADE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27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altLang="ko-KR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altLang="ko-KR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10/7/2024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rganzola1.deviantart.com/art/Microsoft-Office-Dock-Icons-19038085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cpu-processor-macro-pen-pin-564772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aviblog.com/2021/hilos-threads-concurrencia-programacion-asincrona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Random-access_memory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exels.com/photo/personal-computer-motherboard-4316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i2d.ecolelamache.org/thme_n1__rseaux_et_communications_informatiques.html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4.jp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hyperlink" Target="https://sti2d.ecolelamache.org/thme_n1__rseaux_et_communications_informatiques.html" TargetMode="External"/><Relationship Id="rId9" Type="http://schemas.microsoft.com/office/2007/relationships/diagramDrawing" Target="../diagrams/drawing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hyperlink" Target="https://sti2d.ecolelamache.org/thme_n1__rseaux_et_communications_informatiques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skleo.com/can_a_mac_address_be_traced/" TargetMode="External"/><Relationship Id="rId5" Type="http://schemas.openxmlformats.org/officeDocument/2006/relationships/image" Target="../media/image26.png"/><Relationship Id="rId4" Type="http://schemas.openxmlformats.org/officeDocument/2006/relationships/hyperlink" Target="https://sti2d.ecolelamache.org/thme_n1__rseaux_et_communications_informatiques.htm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i2d.ecolelamache.org/thme_n1__rseaux_et_communications_informatiques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ko/%ED%94%84%EB%A1%9C%EA%B7%B8%EB%9E%98%EB%B0%8D-html-%EC%BD%94%EB%93%9C-%EC%BD%94%EB%94%A9-%EC%9B%B9-%EC%82%AC%EC%9D%B4%ED%8A%B8-%EA%B0%9C%EB%B0%9C-%EC%9B%B9%EC%82%AC%EC%9D%B4%ED%8A%B8-1009134/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7.jp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hyperlink" Target="https://pixabay.com/ko/%ED%94%84%EB%A1%9C%EA%B7%B8%EB%9E%98%EB%B0%8D-html-%EC%BD%94%EB%93%9C-%EC%BD%94%EB%94%A9-%EC%9B%B9-%EC%82%AC%EC%9D%B4%ED%8A%B8-%EA%B0%9C%EB%B0%9C-%EC%9B%B9%EC%82%AC%EC%9D%B4%ED%8A%B8-1009134/" TargetMode="External"/><Relationship Id="rId9" Type="http://schemas.microsoft.com/office/2007/relationships/diagramDrawing" Target="../diagrams/drawing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iggita.it/story.php?title=Caratteristiche_principali_del_linguaggio_Java" TargetMode="External"/><Relationship Id="rId3" Type="http://schemas.openxmlformats.org/officeDocument/2006/relationships/image" Target="../media/image27.jpg"/><Relationship Id="rId7" Type="http://schemas.openxmlformats.org/officeDocument/2006/relationships/image" Target="../media/image29.jpg"/><Relationship Id="rId12" Type="http://schemas.openxmlformats.org/officeDocument/2006/relationships/hyperlink" Target="https://smlpoints.com/guide-dotnet-vue-mvc-with-web-api-developmemt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geek.github.io/blog/post/2020-06-07-instalar-node-js-12-version-estable.html" TargetMode="Externa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hyperlink" Target="https://en.wikipedia.org/wiki/PHP" TargetMode="External"/><Relationship Id="rId4" Type="http://schemas.openxmlformats.org/officeDocument/2006/relationships/hyperlink" Target="https://pixabay.com/ko/%ED%94%84%EB%A1%9C%EA%B7%B8%EB%9E%98%EB%B0%8D-html-%EC%BD%94%EB%93%9C-%EC%BD%94%EB%94%A9-%EC%9B%B9-%EC%82%AC%EC%9D%B4%ED%8A%B8-%EA%B0%9C%EB%B0%9C-%EC%9B%B9%EC%82%AC%EC%9D%B4%ED%8A%B8-1009134/" TargetMode="External"/><Relationship Id="rId9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iggita.it/story.php?title=Caratteristiche_principali_del_linguaggio_Java" TargetMode="External"/><Relationship Id="rId3" Type="http://schemas.openxmlformats.org/officeDocument/2006/relationships/image" Target="../media/image27.jpg"/><Relationship Id="rId7" Type="http://schemas.openxmlformats.org/officeDocument/2006/relationships/image" Target="../media/image29.jpg"/><Relationship Id="rId12" Type="http://schemas.openxmlformats.org/officeDocument/2006/relationships/hyperlink" Target="https://smlpoints.com/guide-dotnet-vue-mvc-with-web-api-developmemt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geek.github.io/blog/post/2020-06-07-instalar-node-js-12-version-estable.html" TargetMode="Externa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hyperlink" Target="https://en.wikipedia.org/wiki/PHP" TargetMode="External"/><Relationship Id="rId4" Type="http://schemas.openxmlformats.org/officeDocument/2006/relationships/hyperlink" Target="https://pixabay.com/ko/%ED%94%84%EB%A1%9C%EA%B7%B8%EB%9E%98%EB%B0%8D-html-%EC%BD%94%EB%93%9C-%EC%BD%94%EB%94%A9-%EC%9B%B9-%EC%82%AC%EC%9D%B4%ED%8A%B8-%EA%B0%9C%EB%B0%9C-%EC%9B%B9%EC%82%AC%EC%9D%B4%ED%8A%B8-1009134/" TargetMode="External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iggita.it/story.php?title=Caratteristiche_principali_del_linguaggio_Java" TargetMode="External"/><Relationship Id="rId3" Type="http://schemas.openxmlformats.org/officeDocument/2006/relationships/image" Target="../media/image27.jpg"/><Relationship Id="rId7" Type="http://schemas.openxmlformats.org/officeDocument/2006/relationships/image" Target="../media/image29.jpg"/><Relationship Id="rId12" Type="http://schemas.openxmlformats.org/officeDocument/2006/relationships/hyperlink" Target="https://smlpoints.com/guide-dotnet-vue-mvc-with-web-api-developmemt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geek.github.io/blog/post/2020-06-07-instalar-node-js-12-version-estable.html" TargetMode="Externa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hyperlink" Target="https://en.wikipedia.org/wiki/PHP" TargetMode="External"/><Relationship Id="rId4" Type="http://schemas.openxmlformats.org/officeDocument/2006/relationships/hyperlink" Target="https://pixabay.com/ko/%ED%94%84%EB%A1%9C%EA%B7%B8%EB%9E%98%EB%B0%8D-html-%EC%BD%94%EB%93%9C-%EC%BD%94%EB%94%A9-%EC%9B%B9-%EC%82%AC%EC%9D%B4%ED%8A%B8-%EA%B0%9C%EB%B0%9C-%EC%9B%B9%EC%82%AC%EC%9D%B4%ED%8A%B8-1009134/" TargetMode="External"/><Relationship Id="rId9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ko/%ED%94%84%EB%A1%9C%EA%B7%B8%EB%9E%98%EB%B0%8D-html-%EC%BD%94%EB%93%9C-%EC%BD%94%EB%94%A9-%EC%9B%B9-%EC%82%AC%EC%9D%B4%ED%8A%B8-%EA%B0%9C%EB%B0%9C-%EC%9B%B9%EC%82%AC%EC%9D%B4%ED%8A%B8-1009134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ko/%ED%94%84%EB%A1%9C%EA%B7%B8%EB%9E%98%EB%B0%8D-html-%EC%BD%94%EB%93%9C-%EC%BD%94%EB%94%A9-%EC%9B%B9-%EC%82%AC%EC%9D%B4%ED%8A%B8-%EA%B0%9C%EB%B0%9C-%EC%9B%B9%EC%82%AC%EC%9D%B4%ED%8A%B8-1009134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ko/%ED%94%84%EB%A1%9C%EA%B7%B8%EB%9E%98%EB%B0%8D-html-%EC%BD%94%EB%93%9C-%EC%BD%94%EB%94%A9-%EC%9B%B9-%EC%82%AC%EC%9D%B4%ED%8A%B8-%EA%B0%9C%EB%B0%9C-%EC%9B%B9%EC%82%AC%EC%9D%B4%ED%8A%B8-1009134/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6E9E-6398-5C05-2F1A-4740DBA40F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Fresher Training Program 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F0D45-7DBB-7A8D-A9FA-9C1B671495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Date: 07</a:t>
            </a:r>
            <a:r>
              <a:rPr lang="en-US" altLang="ko-KR" baseline="30000" dirty="0"/>
              <a:t>th</a:t>
            </a:r>
            <a:r>
              <a:rPr lang="en-US" altLang="ko-KR" dirty="0"/>
              <a:t> Oct 2024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0964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9D79-C8C2-2597-D76E-CCC38AA1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Agenda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627B9A-941F-25BC-884F-409FFDA751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2806552"/>
              </p:ext>
            </p:extLst>
          </p:nvPr>
        </p:nvGraphicFramePr>
        <p:xfrm>
          <a:off x="1484313" y="2667000"/>
          <a:ext cx="10018712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461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E409-A5AC-1071-9B66-4CB5F034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1: Programming Overview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88AE8-67EE-5BA8-8092-EB9684689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Computer</a:t>
            </a:r>
          </a:p>
          <a:p>
            <a:r>
              <a:rPr lang="en-US" altLang="ko-KR" dirty="0"/>
              <a:t>Programming</a:t>
            </a:r>
          </a:p>
          <a:p>
            <a:r>
              <a:rPr lang="en-US" altLang="ko-KR" dirty="0"/>
              <a:t>System Architecture in seconds</a:t>
            </a:r>
          </a:p>
          <a:p>
            <a:r>
              <a:rPr lang="en-US" altLang="ko-KR" dirty="0"/>
              <a:t>Use cases</a:t>
            </a:r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C80CE-9EFA-198B-833F-8759101D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Section 1: Programming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92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Close-up of circuit board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623" r="2800" b="-1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I. Computer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Hardware</a:t>
            </a:r>
            <a:r>
              <a:rPr lang="en-US" altLang="ko-KR" sz="2000" dirty="0"/>
              <a:t> is the physical and electronic parts of a computer</a:t>
            </a:r>
          </a:p>
          <a:p>
            <a:pPr lvl="1"/>
            <a:r>
              <a:rPr lang="en-US" altLang="ko-KR" sz="1600" dirty="0"/>
              <a:t>Center Processing Unit – CPU</a:t>
            </a:r>
          </a:p>
          <a:p>
            <a:pPr lvl="1"/>
            <a:r>
              <a:rPr lang="en-US" altLang="ko-KR" sz="1600" dirty="0"/>
              <a:t>Random Access Memory – RAM</a:t>
            </a:r>
          </a:p>
          <a:p>
            <a:pPr lvl="1"/>
            <a:r>
              <a:rPr lang="en-US" altLang="ko-KR" sz="1600" dirty="0"/>
              <a:t>Mother Board</a:t>
            </a:r>
          </a:p>
          <a:p>
            <a:pPr lvl="1"/>
            <a:r>
              <a:rPr lang="en-US" altLang="ko-KR" sz="1600" dirty="0"/>
              <a:t>Storage</a:t>
            </a:r>
            <a:endParaRPr lang="en-US" altLang="ko-KR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265432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1887" t="2863" r="1887" b="17809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I. Computer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Software</a:t>
            </a:r>
            <a:r>
              <a:rPr lang="en-US" altLang="ko-KR" sz="2000" dirty="0"/>
              <a:t> is the instructions that control what a computer does; computer programs</a:t>
            </a:r>
          </a:p>
          <a:p>
            <a:pPr lvl="1"/>
            <a:r>
              <a:rPr lang="en-US" altLang="ko-KR" sz="1600" dirty="0"/>
              <a:t>Office</a:t>
            </a:r>
          </a:p>
          <a:p>
            <a:pPr lvl="1"/>
            <a:r>
              <a:rPr lang="en-US" altLang="ko-KR" sz="1600" dirty="0"/>
              <a:t>Visual Code</a:t>
            </a:r>
          </a:p>
          <a:p>
            <a:pPr lvl="1"/>
            <a:r>
              <a:rPr lang="en-US" altLang="ko-KR" sz="1600" dirty="0"/>
              <a:t>Drivers</a:t>
            </a:r>
            <a:endParaRPr lang="ko-KR" altLang="en-US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792738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24" r="2422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CPU</a:t>
            </a:r>
            <a:br>
              <a:rPr lang="en-US" altLang="ko-KR" dirty="0"/>
            </a:br>
            <a:r>
              <a:rPr lang="en-US" altLang="ko-KR" dirty="0"/>
              <a:t>Center Processing Unit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CPU</a:t>
            </a:r>
            <a:r>
              <a:rPr lang="en-US" altLang="ko-KR" sz="2000" dirty="0"/>
              <a:t> is the brain of the computer. It executes instructions and control unit operations.</a:t>
            </a:r>
          </a:p>
          <a:p>
            <a:endParaRPr lang="en-US" altLang="ko-KR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1798045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7956" t="-75429" r="-15138" b="-81713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solidFill>
            <a:schemeClr val="bg1"/>
          </a:solidFill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Processes</a:t>
            </a:r>
            <a:r>
              <a:rPr lang="en-US" altLang="ko-KR" sz="2000" dirty="0"/>
              <a:t> are basically the programs that are dispatched from the ready state and are scheduled in the CPU for execution. PCB ( Process Control Block ) holds the context of process.</a:t>
            </a:r>
            <a:r>
              <a:rPr lang="vi-VN" altLang="ko-KR" sz="2000" dirty="0"/>
              <a:t> </a:t>
            </a:r>
            <a:endParaRPr lang="en-US" altLang="ko-KR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4034997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12606" t="-85439" r="-4885" b="-6492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solidFill>
            <a:schemeClr val="bg1"/>
          </a:solidFill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Thread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Thread</a:t>
            </a:r>
            <a:r>
              <a:rPr lang="en-US" altLang="ko-KR" sz="2000" dirty="0"/>
              <a:t> is the segment of a process which means a process can have multiple threads and these multiple threads are contained within a process.</a:t>
            </a:r>
            <a:r>
              <a:rPr lang="vi-VN" altLang="ko-KR" sz="2000" dirty="0"/>
              <a:t> </a:t>
            </a:r>
            <a:endParaRPr lang="en-US" altLang="ko-KR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2322098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6163" t="-86829" r="1465" b="-62896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solidFill>
            <a:schemeClr val="bg1"/>
          </a:solidFill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Multiple Threads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Multithreading</a:t>
            </a:r>
            <a:r>
              <a:rPr lang="en-US" altLang="ko-KR" sz="2000" dirty="0"/>
              <a:t> is a feature in operating systems that allows a program to do several tasks at the same time.</a:t>
            </a:r>
          </a:p>
          <a:p>
            <a:r>
              <a:rPr lang="en-US" altLang="ko-KR" sz="2000" dirty="0"/>
              <a:t>Concurrent Execution</a:t>
            </a:r>
          </a:p>
          <a:p>
            <a:r>
              <a:rPr lang="en-US" altLang="ko-KR" sz="2000" dirty="0"/>
              <a:t>Parallel Execution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2922392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9592" t="-118280" r="-1531" b="-114388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solidFill>
            <a:schemeClr val="bg1"/>
          </a:solidFill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Multiple Threads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Multithreading</a:t>
            </a:r>
            <a:r>
              <a:rPr lang="en-US" altLang="ko-KR" sz="2000" dirty="0"/>
              <a:t> is a feature in operating systems that allows a program to do several tasks at the same time.</a:t>
            </a:r>
          </a:p>
          <a:p>
            <a:r>
              <a:rPr lang="en-US" altLang="ko-KR" sz="2000" dirty="0">
                <a:solidFill>
                  <a:srgbClr val="00B050"/>
                </a:solidFill>
              </a:rPr>
              <a:t>Concurrent</a:t>
            </a:r>
            <a:r>
              <a:rPr lang="en-US" altLang="ko-KR" sz="2000" dirty="0"/>
              <a:t> Execution</a:t>
            </a:r>
          </a:p>
          <a:p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</a:rPr>
              <a:t>Parallel</a:t>
            </a:r>
            <a:r>
              <a:rPr lang="en-US" altLang="ko-KR" sz="2000" dirty="0"/>
              <a:t> Execution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2817463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1024" r="2102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dirty="0"/>
              <a:t>RAM</a:t>
            </a:r>
            <a:br>
              <a:rPr lang="en-US" altLang="ko-KR" dirty="0"/>
            </a:br>
            <a:r>
              <a:rPr lang="en-US" altLang="ko-KR" dirty="0"/>
              <a:t>Random Access Memory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RAM</a:t>
            </a:r>
            <a:r>
              <a:rPr lang="en-US" altLang="ko-KR" sz="2000" dirty="0"/>
              <a:t> a type of computer memory that can be searched in any order and changed as necessary.</a:t>
            </a:r>
          </a:p>
          <a:p>
            <a:endParaRPr lang="en-US" altLang="ko-KR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373090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7956" t="-90410" r="-30992" b="-76712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solidFill>
            <a:schemeClr val="bg1"/>
          </a:solidFill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Stack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Stack Allocation: The allocation happens in the function call stack, on a contiguous blocks of memory. </a:t>
            </a:r>
          </a:p>
          <a:p>
            <a:r>
              <a:rPr lang="en-US" altLang="ko-KR" sz="2000" dirty="0"/>
              <a:t>Get allocated when function is called.</a:t>
            </a:r>
          </a:p>
          <a:p>
            <a:r>
              <a:rPr lang="en-US" altLang="ko-KR" sz="2000" dirty="0"/>
              <a:t>De-allocated when function is over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3722445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24" r="2102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Heap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Heap is the memory which is allocated during the execution of instructions written by programmers</a:t>
            </a:r>
          </a:p>
          <a:p>
            <a:r>
              <a:rPr lang="en-US" altLang="ko-KR" sz="2000" dirty="0"/>
              <a:t>Every time when we made an object it always creates in Heap-space and the referencing information to these objects is always stored in Stack-memory</a:t>
            </a:r>
          </a:p>
          <a:p>
            <a:endParaRPr lang="en-US" altLang="ko-KR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2158479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44" r="2424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Motherboard</a:t>
            </a:r>
            <a:br>
              <a:rPr lang="en-US" altLang="ko-KR" dirty="0"/>
            </a:br>
            <a:r>
              <a:rPr lang="en-US" altLang="ko-KR" dirty="0"/>
              <a:t>Storage etc.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Motherboard</a:t>
            </a:r>
          </a:p>
          <a:p>
            <a:r>
              <a:rPr lang="en-US" altLang="ko-KR" sz="2000" dirty="0"/>
              <a:t>Storage</a:t>
            </a:r>
          </a:p>
          <a:p>
            <a:r>
              <a:rPr lang="en-US" altLang="ko-KR" sz="2000" dirty="0"/>
              <a:t>GPU</a:t>
            </a:r>
          </a:p>
          <a:p>
            <a:r>
              <a:rPr lang="en-US" altLang="ko-KR" sz="2000" dirty="0"/>
              <a:t>External devices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2382723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5896" t="-42697" r="-2498" b="-48837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Operation System (OS)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An</a:t>
            </a:r>
            <a:r>
              <a:rPr lang="en-US" altLang="ko-KR" sz="2000" dirty="0">
                <a:solidFill>
                  <a:srgbClr val="FF0000"/>
                </a:solidFill>
              </a:rPr>
              <a:t> Operating System </a:t>
            </a:r>
            <a:r>
              <a:rPr lang="en-US" altLang="ko-KR" sz="2000" dirty="0"/>
              <a:t>(OS) is a collection of software that manages computer hardware resources and provides common services for computer programs.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1681735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7100" t="-55934" r="1" b="-50260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solidFill>
            <a:schemeClr val="bg1"/>
          </a:solidFill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Network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OSI Layer</a:t>
            </a:r>
          </a:p>
          <a:p>
            <a:r>
              <a:rPr lang="en-US" altLang="ko-KR" sz="2000" dirty="0"/>
              <a:t>IP Address</a:t>
            </a:r>
          </a:p>
          <a:p>
            <a:r>
              <a:rPr lang="en-US" altLang="ko-KR" sz="2000" dirty="0"/>
              <a:t>Mac Address</a:t>
            </a:r>
          </a:p>
          <a:p>
            <a:r>
              <a:rPr lang="en-US" altLang="ko-KR" sz="2000" dirty="0"/>
              <a:t>TCP/IP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3887990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9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7100" t="-55934" r="1" b="-50260"/>
          <a:stretch/>
        </p:blipFill>
        <p:spPr>
          <a:xfrm>
            <a:off x="6922420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solidFill>
            <a:schemeClr val="bg1"/>
          </a:solidFill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OSI Layer</a:t>
            </a:r>
            <a:endParaRPr lang="ko-KR" alt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3B84507-D60B-5676-5FA7-0EFD4D65DD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909131"/>
              </p:ext>
            </p:extLst>
          </p:nvPr>
        </p:nvGraphicFramePr>
        <p:xfrm>
          <a:off x="972080" y="2180492"/>
          <a:ext cx="4628024" cy="3608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4156182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9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7100" t="-55934" r="1" b="-50260"/>
          <a:stretch/>
        </p:blipFill>
        <p:spPr>
          <a:xfrm>
            <a:off x="6922420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solidFill>
            <a:schemeClr val="bg1"/>
          </a:solidFill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IP Address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IP V4: 192.168.1.30</a:t>
            </a:r>
          </a:p>
          <a:p>
            <a:r>
              <a:rPr lang="en-US" altLang="ko-KR" sz="2000" dirty="0"/>
              <a:t>IP V6: 4ggr:1925:5656:7:600:t4tt:tc54:98vt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D2918-A235-6440-0FF4-6C7DDEBE7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20" y="3878949"/>
            <a:ext cx="5630515" cy="108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79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9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7100" t="-55934" r="1" b="-50260"/>
          <a:stretch/>
        </p:blipFill>
        <p:spPr>
          <a:xfrm>
            <a:off x="6922420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solidFill>
            <a:schemeClr val="bg1"/>
          </a:solidFill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MAC Address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The IEEE (Institute of Electrical and Electronics Engineers) assigns manufacturers the numbers, called organizationally unique identifiers</a:t>
            </a:r>
          </a:p>
          <a:p>
            <a:endParaRPr lang="en-US" altLang="ko-KR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  <p:pic>
        <p:nvPicPr>
          <p:cNvPr id="4" name="Picture 3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DDA167AD-CBE8-D40F-4200-9D0DB1AFB8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790097" y="1825749"/>
            <a:ext cx="3754747" cy="346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75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9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-7100" t="-55934" r="1" b="-50260"/>
          <a:stretch/>
        </p:blipFill>
        <p:spPr>
          <a:xfrm>
            <a:off x="6922420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  <a:solidFill>
            <a:schemeClr val="bg1"/>
          </a:solidFill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TCP/IP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TCP stands for Transmission Control Protocol and IP stands for Internet Protocol</a:t>
            </a:r>
          </a:p>
          <a:p>
            <a:r>
              <a:rPr lang="en-US" altLang="ko-KR" sz="2000" dirty="0"/>
              <a:t>TCP is responsible for data delivery once an IP address has been found</a:t>
            </a:r>
          </a:p>
          <a:p>
            <a:r>
              <a:rPr lang="en-US" altLang="ko-KR" sz="2000" dirty="0"/>
              <a:t>IP obtains the address to which data is sent.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3704393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44" r="2424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II. Programming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endParaRPr lang="en-US" altLang="ko-KR" sz="2000" dirty="0"/>
          </a:p>
          <a:p>
            <a:r>
              <a:rPr lang="en-US" altLang="ko-KR" sz="2000" dirty="0"/>
              <a:t>Introduction</a:t>
            </a:r>
          </a:p>
          <a:p>
            <a:r>
              <a:rPr lang="en-US" altLang="ko-KR" sz="2000" dirty="0"/>
              <a:t>Common Programming Languages</a:t>
            </a:r>
          </a:p>
          <a:p>
            <a:r>
              <a:rPr lang="en-US" altLang="ko-KR" sz="2000" dirty="0"/>
              <a:t>Basic of coding</a:t>
            </a:r>
          </a:p>
          <a:p>
            <a:r>
              <a:rPr lang="en-US" altLang="ko-KR" sz="2000" dirty="0"/>
              <a:t>Advanced: Algorithm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4262685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44" r="2424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endParaRPr lang="en-US" altLang="ko-KR" sz="2000" dirty="0"/>
          </a:p>
          <a:p>
            <a:r>
              <a:rPr lang="en-US" altLang="ko-KR" sz="2000" dirty="0"/>
              <a:t>A programming language is set of instructions and syntax used to create software programs</a:t>
            </a:r>
          </a:p>
          <a:p>
            <a:r>
              <a:rPr lang="en-US" altLang="ko-KR" sz="2000" dirty="0" err="1"/>
              <a:t>E.g</a:t>
            </a:r>
            <a:r>
              <a:rPr lang="en-US" altLang="ko-KR" sz="2000" dirty="0"/>
              <a:t>: Java, Nodejs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D3D9BF5-F66B-87AD-3841-CC3F87EBEB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692836"/>
              </p:ext>
            </p:extLst>
          </p:nvPr>
        </p:nvGraphicFramePr>
        <p:xfrm>
          <a:off x="6968655" y="1294615"/>
          <a:ext cx="5474641" cy="4082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38036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44" r="2424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Common Programming Language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endParaRPr lang="en-US" altLang="ko-KR" sz="2000" dirty="0"/>
          </a:p>
          <a:p>
            <a:r>
              <a:rPr lang="en-US" altLang="ko-KR" sz="2000" dirty="0"/>
              <a:t>Java</a:t>
            </a:r>
          </a:p>
          <a:p>
            <a:r>
              <a:rPr lang="en-US" altLang="ko-KR" sz="2000" dirty="0"/>
              <a:t>Node</a:t>
            </a:r>
          </a:p>
          <a:p>
            <a:r>
              <a:rPr lang="en-US" altLang="ko-KR" sz="2000" dirty="0"/>
              <a:t>PHP</a:t>
            </a:r>
          </a:p>
          <a:p>
            <a:r>
              <a:rPr lang="en-US" altLang="ko-KR" sz="2000" dirty="0" err="1"/>
              <a:t>DotNet</a:t>
            </a:r>
            <a:endParaRPr lang="en-US" altLang="ko-KR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  <p:pic>
        <p:nvPicPr>
          <p:cNvPr id="9" name="Picture 8" descr="A hexagon with white text&#10;&#10;Description automatically generated">
            <a:extLst>
              <a:ext uri="{FF2B5EF4-FFF2-40B4-BE49-F238E27FC236}">
                <a16:creationId xmlns:a16="http://schemas.microsoft.com/office/drawing/2014/main" id="{3F5A103C-A56F-A98A-D85F-2872B6FAC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928210" y="878142"/>
            <a:ext cx="1489470" cy="1760283"/>
          </a:xfrm>
          <a:prstGeom prst="rect">
            <a:avLst/>
          </a:prstGeom>
        </p:spPr>
      </p:pic>
      <p:pic>
        <p:nvPicPr>
          <p:cNvPr id="14" name="Picture 13" descr="A logo of a coffee cup&#10;&#10;Description automatically generated">
            <a:extLst>
              <a:ext uri="{FF2B5EF4-FFF2-40B4-BE49-F238E27FC236}">
                <a16:creationId xmlns:a16="http://schemas.microsoft.com/office/drawing/2014/main" id="{CEAF90F1-7679-0978-160F-AE0443B660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228646" y="878141"/>
            <a:ext cx="1489469" cy="1489469"/>
          </a:xfrm>
          <a:prstGeom prst="rect">
            <a:avLst/>
          </a:prstGeom>
        </p:spPr>
      </p:pic>
      <p:pic>
        <p:nvPicPr>
          <p:cNvPr id="18" name="Picture 17" descr="A blue and black logo&#10;&#10;Description automatically generated">
            <a:extLst>
              <a:ext uri="{FF2B5EF4-FFF2-40B4-BE49-F238E27FC236}">
                <a16:creationId xmlns:a16="http://schemas.microsoft.com/office/drawing/2014/main" id="{C27D01FB-C89B-BA59-183F-26A750E9CE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492546" y="3705418"/>
            <a:ext cx="2471139" cy="1334415"/>
          </a:xfrm>
          <a:prstGeom prst="rect">
            <a:avLst/>
          </a:prstGeom>
        </p:spPr>
      </p:pic>
      <p:pic>
        <p:nvPicPr>
          <p:cNvPr id="28" name="Picture 27" descr="A purple circle with white text&#10;&#10;Description automatically generated">
            <a:extLst>
              <a:ext uri="{FF2B5EF4-FFF2-40B4-BE49-F238E27FC236}">
                <a16:creationId xmlns:a16="http://schemas.microsoft.com/office/drawing/2014/main" id="{8E2A4433-B688-9574-DABA-2BC0B74778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0210181" y="3556085"/>
            <a:ext cx="1558926" cy="155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80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44" r="2424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Basic of Coding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Data Types</a:t>
            </a:r>
          </a:p>
          <a:p>
            <a:pPr lvl="1"/>
            <a:r>
              <a:rPr lang="en-US" altLang="ko-KR" sz="1600" dirty="0"/>
              <a:t>Number</a:t>
            </a:r>
          </a:p>
          <a:p>
            <a:pPr lvl="1"/>
            <a:r>
              <a:rPr lang="en-US" altLang="ko-KR" sz="1600" dirty="0"/>
              <a:t>String</a:t>
            </a:r>
          </a:p>
          <a:p>
            <a:pPr lvl="1"/>
            <a:r>
              <a:rPr lang="en-US" altLang="ko-KR" sz="1600" dirty="0"/>
              <a:t>Float, etc.</a:t>
            </a:r>
          </a:p>
          <a:p>
            <a:r>
              <a:rPr lang="en-US" altLang="ko-KR" sz="2000" dirty="0"/>
              <a:t>Structures</a:t>
            </a:r>
          </a:p>
          <a:p>
            <a:pPr lvl="1"/>
            <a:r>
              <a:rPr lang="en-US" altLang="ko-KR" sz="1600" dirty="0"/>
              <a:t>Loop</a:t>
            </a:r>
          </a:p>
          <a:p>
            <a:pPr lvl="1"/>
            <a:r>
              <a:rPr lang="en-US" altLang="ko-KR" sz="1600" dirty="0"/>
              <a:t>Conditional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  <p:pic>
        <p:nvPicPr>
          <p:cNvPr id="9" name="Picture 8" descr="A hexagon with white text&#10;&#10;Description automatically generated">
            <a:extLst>
              <a:ext uri="{FF2B5EF4-FFF2-40B4-BE49-F238E27FC236}">
                <a16:creationId xmlns:a16="http://schemas.microsoft.com/office/drawing/2014/main" id="{3F5A103C-A56F-A98A-D85F-2872B6FAC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928210" y="878142"/>
            <a:ext cx="1489470" cy="1760283"/>
          </a:xfrm>
          <a:prstGeom prst="rect">
            <a:avLst/>
          </a:prstGeom>
        </p:spPr>
      </p:pic>
      <p:pic>
        <p:nvPicPr>
          <p:cNvPr id="14" name="Picture 13" descr="A logo of a coffee cup&#10;&#10;Description automatically generated">
            <a:extLst>
              <a:ext uri="{FF2B5EF4-FFF2-40B4-BE49-F238E27FC236}">
                <a16:creationId xmlns:a16="http://schemas.microsoft.com/office/drawing/2014/main" id="{CEAF90F1-7679-0978-160F-AE0443B660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228646" y="878141"/>
            <a:ext cx="1489469" cy="1489469"/>
          </a:xfrm>
          <a:prstGeom prst="rect">
            <a:avLst/>
          </a:prstGeom>
        </p:spPr>
      </p:pic>
      <p:pic>
        <p:nvPicPr>
          <p:cNvPr id="18" name="Picture 17" descr="A blue and black logo&#10;&#10;Description automatically generated">
            <a:extLst>
              <a:ext uri="{FF2B5EF4-FFF2-40B4-BE49-F238E27FC236}">
                <a16:creationId xmlns:a16="http://schemas.microsoft.com/office/drawing/2014/main" id="{C27D01FB-C89B-BA59-183F-26A750E9CE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492546" y="3705418"/>
            <a:ext cx="2471139" cy="1334415"/>
          </a:xfrm>
          <a:prstGeom prst="rect">
            <a:avLst/>
          </a:prstGeom>
        </p:spPr>
      </p:pic>
      <p:pic>
        <p:nvPicPr>
          <p:cNvPr id="28" name="Picture 27" descr="A purple circle with white text&#10;&#10;Description automatically generated">
            <a:extLst>
              <a:ext uri="{FF2B5EF4-FFF2-40B4-BE49-F238E27FC236}">
                <a16:creationId xmlns:a16="http://schemas.microsoft.com/office/drawing/2014/main" id="{8E2A4433-B688-9574-DABA-2BC0B74778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0210181" y="3556085"/>
            <a:ext cx="1558926" cy="155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38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44" r="2424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Advanced: Algorithm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endParaRPr lang="en-US" altLang="ko-KR" sz="2000" dirty="0"/>
          </a:p>
          <a:p>
            <a:r>
              <a:rPr lang="en-US" altLang="ko-KR" sz="2000" dirty="0"/>
              <a:t>Search</a:t>
            </a:r>
          </a:p>
          <a:p>
            <a:r>
              <a:rPr lang="en-US" altLang="ko-KR" sz="2000" dirty="0"/>
              <a:t>Sort</a:t>
            </a:r>
          </a:p>
          <a:p>
            <a:r>
              <a:rPr lang="en-US" altLang="ko-KR" sz="2000" dirty="0"/>
              <a:t>Stack</a:t>
            </a:r>
          </a:p>
          <a:p>
            <a:r>
              <a:rPr lang="en-US" altLang="ko-KR" sz="2000" dirty="0"/>
              <a:t>Queue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  <p:pic>
        <p:nvPicPr>
          <p:cNvPr id="9" name="Picture 8" descr="A hexagon with white text&#10;&#10;Description automatically generated">
            <a:extLst>
              <a:ext uri="{FF2B5EF4-FFF2-40B4-BE49-F238E27FC236}">
                <a16:creationId xmlns:a16="http://schemas.microsoft.com/office/drawing/2014/main" id="{3F5A103C-A56F-A98A-D85F-2872B6FAC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928210" y="878142"/>
            <a:ext cx="1489470" cy="1760283"/>
          </a:xfrm>
          <a:prstGeom prst="rect">
            <a:avLst/>
          </a:prstGeom>
        </p:spPr>
      </p:pic>
      <p:pic>
        <p:nvPicPr>
          <p:cNvPr id="14" name="Picture 13" descr="A logo of a coffee cup&#10;&#10;Description automatically generated">
            <a:extLst>
              <a:ext uri="{FF2B5EF4-FFF2-40B4-BE49-F238E27FC236}">
                <a16:creationId xmlns:a16="http://schemas.microsoft.com/office/drawing/2014/main" id="{CEAF90F1-7679-0978-160F-AE0443B660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228646" y="878141"/>
            <a:ext cx="1489469" cy="1489469"/>
          </a:xfrm>
          <a:prstGeom prst="rect">
            <a:avLst/>
          </a:prstGeom>
        </p:spPr>
      </p:pic>
      <p:pic>
        <p:nvPicPr>
          <p:cNvPr id="18" name="Picture 17" descr="A blue and black logo&#10;&#10;Description automatically generated">
            <a:extLst>
              <a:ext uri="{FF2B5EF4-FFF2-40B4-BE49-F238E27FC236}">
                <a16:creationId xmlns:a16="http://schemas.microsoft.com/office/drawing/2014/main" id="{C27D01FB-C89B-BA59-183F-26A750E9CE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492546" y="3705418"/>
            <a:ext cx="2471139" cy="1334415"/>
          </a:xfrm>
          <a:prstGeom prst="rect">
            <a:avLst/>
          </a:prstGeom>
        </p:spPr>
      </p:pic>
      <p:pic>
        <p:nvPicPr>
          <p:cNvPr id="28" name="Picture 27" descr="A purple circle with white text&#10;&#10;Description automatically generated">
            <a:extLst>
              <a:ext uri="{FF2B5EF4-FFF2-40B4-BE49-F238E27FC236}">
                <a16:creationId xmlns:a16="http://schemas.microsoft.com/office/drawing/2014/main" id="{8E2A4433-B688-9574-DABA-2BC0B74778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0210181" y="3556085"/>
            <a:ext cx="1558926" cy="155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680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44" r="2424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III. Introduction to</a:t>
            </a:r>
            <a:br>
              <a:rPr lang="en-US" altLang="ko-KR" dirty="0"/>
            </a:br>
            <a:r>
              <a:rPr lang="en-US" altLang="ko-KR" dirty="0"/>
              <a:t>System Architecture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endParaRPr lang="en-US" altLang="ko-KR" sz="2000" dirty="0"/>
          </a:p>
          <a:p>
            <a:r>
              <a:rPr lang="en-US" altLang="ko-KR" sz="2000" dirty="0"/>
              <a:t>What is system architecture?</a:t>
            </a:r>
          </a:p>
          <a:p>
            <a:r>
              <a:rPr lang="en-US" altLang="ko-KR" sz="2000" dirty="0"/>
              <a:t>The example 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3030503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44" r="2424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What is</a:t>
            </a:r>
            <a:br>
              <a:rPr lang="en-US" altLang="ko-KR" dirty="0"/>
            </a:br>
            <a:r>
              <a:rPr lang="en-US" altLang="ko-KR" dirty="0"/>
              <a:t>System Architecture?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r>
              <a:rPr lang="en-US" altLang="ko-KR" sz="2000" dirty="0"/>
              <a:t>A </a:t>
            </a:r>
            <a:r>
              <a:rPr lang="en-US" altLang="ko-KR" sz="2000" b="1" dirty="0"/>
              <a:t>system architecture </a:t>
            </a:r>
            <a:r>
              <a:rPr lang="en-US" altLang="ko-KR" sz="2000" dirty="0"/>
              <a:t>is the conceptual model that defines the structure, behavior, and more views of a system.</a:t>
            </a:r>
          </a:p>
          <a:p>
            <a:r>
              <a:rPr lang="en-US" altLang="ko-KR" sz="2000" dirty="0"/>
              <a:t>An architecture description is a formal description and representation of a system, organized in a way that supports reasoning about the structures and behaviors of the system.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2304903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4F5148-BC06-6A23-F66A-4E3AD1385D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28825" y="1248378"/>
            <a:ext cx="8134350" cy="436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4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52C43A-C931-8D6F-0ACB-F37BE48D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44" r="24244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5DCA4-F701-5401-4E78-73F4C78C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IV. Use case “</a:t>
            </a:r>
            <a:r>
              <a:rPr lang="en-US" altLang="ko-KR" dirty="0" err="1"/>
              <a:t>DAPTalk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1E3509-8614-12DD-E5FE-B01F5E07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 anchor="t">
            <a:normAutofit/>
          </a:bodyPr>
          <a:lstStyle/>
          <a:p>
            <a:endParaRPr lang="en-US" altLang="ko-KR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F95B8-8149-6DE4-32BE-ED55C502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2082" y="5883275"/>
            <a:ext cx="36348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Section 1: Programming Overview</a:t>
            </a:r>
          </a:p>
        </p:txBody>
      </p:sp>
    </p:spTree>
    <p:extLst>
      <p:ext uri="{BB962C8B-B14F-4D97-AF65-F5344CB8AC3E}">
        <p14:creationId xmlns:p14="http://schemas.microsoft.com/office/powerpoint/2010/main" val="909931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9127-1385-B0E8-C07C-A7AC76A4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altLang="ko-KR" dirty="0"/>
              <a:t>Q&amp;A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2B2EF-F463-7581-DD62-F220D6ADC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92240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A0F16E3E526564D97139DD0F5138E57" ma:contentTypeVersion="14" ma:contentTypeDescription="새 문서를 만듭니다." ma:contentTypeScope="" ma:versionID="2149b88753e167f2111cbcb0fcfd1572">
  <xsd:schema xmlns:xsd="http://www.w3.org/2001/XMLSchema" xmlns:xs="http://www.w3.org/2001/XMLSchema" xmlns:p="http://schemas.microsoft.com/office/2006/metadata/properties" xmlns:ns3="a6aae1bb-7dd1-49d2-9269-8a912b72fb95" xmlns:ns4="2157f0b9-80b3-47e1-b30d-3d2d1adb8012" targetNamespace="http://schemas.microsoft.com/office/2006/metadata/properties" ma:root="true" ma:fieldsID="0a3afc3d2ca6bec833ed6a24cc47941c" ns3:_="" ns4:_="">
    <xsd:import namespace="a6aae1bb-7dd1-49d2-9269-8a912b72fb95"/>
    <xsd:import namespace="2157f0b9-80b3-47e1-b30d-3d2d1adb80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aae1bb-7dd1-49d2-9269-8a912b72fb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7f0b9-80b3-47e1-b30d-3d2d1adb801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6aae1bb-7dd1-49d2-9269-8a912b72fb95" xsi:nil="true"/>
  </documentManagement>
</p:properties>
</file>

<file path=customXml/itemProps1.xml><?xml version="1.0" encoding="utf-8"?>
<ds:datastoreItem xmlns:ds="http://schemas.openxmlformats.org/officeDocument/2006/customXml" ds:itemID="{CCE09BBA-EBBA-4CF1-829F-31793224AA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aae1bb-7dd1-49d2-9269-8a912b72fb95"/>
    <ds:schemaRef ds:uri="2157f0b9-80b3-47e1-b30d-3d2d1adb80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6E8B9E-1FEE-4063-BAFD-BDA7E43839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C29C6D-BE9E-42B5-A6B5-BA9D61BAC723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a6aae1bb-7dd1-49d2-9269-8a912b72fb95"/>
    <ds:schemaRef ds:uri="http://schemas.microsoft.com/office/infopath/2007/PartnerControls"/>
    <ds:schemaRef ds:uri="2157f0b9-80b3-47e1-b30d-3d2d1adb801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1618</TotalTime>
  <Words>810</Words>
  <Application>Microsoft Office PowerPoint</Application>
  <PresentationFormat>Widescreen</PresentationFormat>
  <Paragraphs>167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맑은 고딕</vt:lpstr>
      <vt:lpstr>Arial</vt:lpstr>
      <vt:lpstr>Corbel</vt:lpstr>
      <vt:lpstr>Parallax</vt:lpstr>
      <vt:lpstr>Fresher Training Program </vt:lpstr>
      <vt:lpstr>Agenda</vt:lpstr>
      <vt:lpstr>Section 1: Programming Overview</vt:lpstr>
      <vt:lpstr>I. Computer</vt:lpstr>
      <vt:lpstr>I. Computer</vt:lpstr>
      <vt:lpstr>CPU Center Processing Unit</vt:lpstr>
      <vt:lpstr>Process</vt:lpstr>
      <vt:lpstr>Thread</vt:lpstr>
      <vt:lpstr>Multiple Threads</vt:lpstr>
      <vt:lpstr>Multiple Threads</vt:lpstr>
      <vt:lpstr>RAM Random Access Memory</vt:lpstr>
      <vt:lpstr>Stack</vt:lpstr>
      <vt:lpstr>Heap</vt:lpstr>
      <vt:lpstr>Motherboard Storage etc.</vt:lpstr>
      <vt:lpstr>Operation System (OS)</vt:lpstr>
      <vt:lpstr>Network</vt:lpstr>
      <vt:lpstr>OSI Layer</vt:lpstr>
      <vt:lpstr>IP Address</vt:lpstr>
      <vt:lpstr>MAC Address</vt:lpstr>
      <vt:lpstr>TCP/IP</vt:lpstr>
      <vt:lpstr>II. Programming</vt:lpstr>
      <vt:lpstr>Introduction</vt:lpstr>
      <vt:lpstr>Common Programming Language</vt:lpstr>
      <vt:lpstr>Basic of Coding</vt:lpstr>
      <vt:lpstr>Advanced: Algorithm</vt:lpstr>
      <vt:lpstr>III. Introduction to System Architecture</vt:lpstr>
      <vt:lpstr>What is System Architecture?</vt:lpstr>
      <vt:lpstr>PowerPoint Presentation</vt:lpstr>
      <vt:lpstr>IV. Use case “DAPTalk”</vt:lpstr>
      <vt:lpstr>Q&amp;A</vt:lpstr>
    </vt:vector>
  </TitlesOfParts>
  <Company>CORP.LGCNS.COM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Fresher Training Program </dc:title>
  <dc:creator>TRAN QUANG CUONG</dc:creator>
  <cp:lastModifiedBy>TRAN QUANG CUONG(Chris)</cp:lastModifiedBy>
  <cp:revision>2</cp:revision>
  <dcterms:created xsi:type="dcterms:W3CDTF">2024-10-07T06:26:06Z</dcterms:created>
  <dcterms:modified xsi:type="dcterms:W3CDTF">2024-10-08T09:24:07Z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0x010100AA0F16E3E526564D97139DD0F5138E57</vt:lpwstr>
  </property>
</Properties>
</file>