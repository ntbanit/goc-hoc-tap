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7" r:id="rId5"/>
    <p:sldId id="266" r:id="rId6"/>
    <p:sldId id="272" r:id="rId7"/>
    <p:sldId id="273" r:id="rId8"/>
    <p:sldId id="302" r:id="rId9"/>
    <p:sldId id="303" r:id="rId10"/>
    <p:sldId id="301" r:id="rId11"/>
    <p:sldId id="282" r:id="rId12"/>
    <p:sldId id="305" r:id="rId13"/>
    <p:sldId id="304" r:id="rId14"/>
    <p:sldId id="324" r:id="rId15"/>
    <p:sldId id="323" r:id="rId16"/>
    <p:sldId id="307" r:id="rId17"/>
    <p:sldId id="306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7" r:id="rId27"/>
    <p:sldId id="318" r:id="rId28"/>
    <p:sldId id="319" r:id="rId29"/>
    <p:sldId id="32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3810" autoAdjust="0"/>
  </p:normalViewPr>
  <p:slideViewPr>
    <p:cSldViewPr snapToGrid="0" showGuides="1">
      <p:cViewPr varScale="1">
        <p:scale>
          <a:sx n="120" d="100"/>
          <a:sy n="120" d="100"/>
        </p:scale>
        <p:origin x="132" y="7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an architecture diagram, and why do you need one? | Nulab">
            <a:extLst>
              <a:ext uri="{FF2B5EF4-FFF2-40B4-BE49-F238E27FC236}">
                <a16:creationId xmlns:a16="http://schemas.microsoft.com/office/drawing/2014/main" id="{3D8AD9A4-8091-4349-99A5-7898DFE0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996" y="4813300"/>
            <a:ext cx="5560003" cy="976311"/>
          </a:xfrm>
        </p:spPr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LG CNS FRESHER TRAINING PROGRAM</a:t>
            </a:r>
          </a:p>
          <a:p>
            <a:r>
              <a:rPr lang="en-US" dirty="0">
                <a:latin typeface="Candara" panose="020E0502030303020204" pitchFamily="34" charset="0"/>
              </a:rPr>
              <a:t>SPEAKER: NGUYEN THI BINH AN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CONTENTS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Application Architecture Overview</a:t>
            </a:r>
          </a:p>
          <a:p>
            <a:r>
              <a:rPr lang="en-US" dirty="0">
                <a:latin typeface="Candara" panose="020E0502030303020204" pitchFamily="34" charset="0"/>
              </a:rPr>
              <a:t>Application Design Pillars</a:t>
            </a:r>
          </a:p>
          <a:p>
            <a:r>
              <a:rPr lang="en-US" dirty="0">
                <a:latin typeface="Candara" panose="020E0502030303020204" pitchFamily="34" charset="0"/>
              </a:rPr>
              <a:t>Common Components</a:t>
            </a:r>
          </a:p>
          <a:p>
            <a:r>
              <a:rPr lang="en-US" dirty="0">
                <a:latin typeface="Candara" panose="020E0502030303020204" pitchFamily="34" charset="0"/>
              </a:rPr>
              <a:t>Patterns and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ndara" panose="020E0502030303020204" pitchFamily="34" charset="0"/>
              </a:rPr>
              <a:t>Application Architecture 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Application Architecture Overview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Motivation</a:t>
            </a:r>
          </a:p>
          <a:p>
            <a:r>
              <a:rPr lang="en-US" dirty="0">
                <a:latin typeface="Candara" panose="020E0502030303020204" pitchFamily="34" charset="0"/>
              </a:rPr>
              <a:t>Definition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3896591"/>
            <a:ext cx="3142800" cy="200652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Application Requirements</a:t>
            </a:r>
          </a:p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- Functional</a:t>
            </a:r>
          </a:p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- Non-functional</a:t>
            </a:r>
          </a:p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Limitations / Boundaries</a:t>
            </a:r>
          </a:p>
          <a:p>
            <a:pPr marL="0" indent="0">
              <a:buNone/>
            </a:pP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030B09-DF6E-476E-A596-B6FCEF57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104" y="1995487"/>
            <a:ext cx="39433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2050" name="Picture 2" descr="CI/CD Diagram">
            <a:extLst>
              <a:ext uri="{FF2B5EF4-FFF2-40B4-BE49-F238E27FC236}">
                <a16:creationId xmlns:a16="http://schemas.microsoft.com/office/drawing/2014/main" id="{32844B54-E621-4E07-A455-F6CAC029D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8150"/>
            <a:ext cx="1143000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31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Application Design Pillars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777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4D2F43-9F30-4E5F-9BE2-7FEBACB18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95" y="1042987"/>
            <a:ext cx="88011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4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77430-CC97-476D-B303-C1A26D39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58" y="1014412"/>
            <a:ext cx="87915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Common Components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241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3A6AF8-BDD9-6A49-39CA-F3C0BA10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1504950"/>
            <a:ext cx="61531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90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6BB999-D1CC-37DF-3C0E-69568FD6E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13" y="260350"/>
            <a:ext cx="5387173" cy="63007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5509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6E09-DBA7-F242-1934-210AA6E1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6717-5577-EE35-DDF0-6FFEF52A0F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96187-F41E-B56B-745E-9FD7BDCE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34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09EA6-0C6A-4A8A-8614-751D0BF8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577" y="0"/>
            <a:ext cx="5672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0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A71EF1-CAA9-439D-A86D-3A949E97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90512"/>
            <a:ext cx="1217295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0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FAA8C-72E3-4265-8C75-E04C9632E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038225"/>
            <a:ext cx="120586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7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1BF41-3A17-4F79-A840-AC0AB310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976312"/>
            <a:ext cx="121443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74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1089E-E3EB-4979-91F5-104179F5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27" y="0"/>
            <a:ext cx="10875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48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5C908-492C-45CA-AA66-251FF9AC1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50" y="0"/>
            <a:ext cx="9698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42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D2170-CF13-483D-969F-53F21004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831" y="0"/>
            <a:ext cx="9520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94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F7137-A050-4BE9-8B39-94A5AA76D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153" y="352425"/>
            <a:ext cx="73723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85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10D52C-FAFB-4D3F-8288-F47FF4E38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05" y="939077"/>
            <a:ext cx="80391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10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97AD9-6F10-497C-93C0-F263AD74D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39" y="942109"/>
            <a:ext cx="802957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5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Patterns and Styles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5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15455-C6EE-48A2-8EB7-2BD810918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0"/>
            <a:ext cx="3371850" cy="308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F13923-8663-48B2-9997-7E4ADA226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928" y="3205595"/>
            <a:ext cx="2981325" cy="3543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BACF30-6445-4811-B9E6-E0A3ACAC5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253" y="1543050"/>
            <a:ext cx="41338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61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2E51-D53F-4CA2-8BF0-E130B326D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-758824"/>
            <a:ext cx="11520487" cy="7588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" b="0" dirty="0">
                <a:solidFill>
                  <a:schemeClr val="bg1">
                    <a:lumMod val="95000"/>
                  </a:schemeClr>
                </a:solidFill>
              </a:rPr>
              <a:t>Slide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358CBD-1EBC-4F52-914E-2D1A4DD8C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468" y="0"/>
            <a:ext cx="6829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65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Thank you !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 Template_Classic_Bold_Block_01_MS_v5" id="{AA60D5CE-876A-47D1-9228-3D76491083AD}" vid="{07E49AEA-13A3-4305-88B7-82B9D72D09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1B6A5B5-1BEC-4EEA-9356-9BFD758ACB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D1F562-76A4-4CE4-B3CA-758D572E94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60C99C-4D9A-4DAB-AA53-E488AEBCAE1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0</TotalTime>
  <Words>92</Words>
  <Application>Microsoft Office PowerPoint</Application>
  <PresentationFormat>와이드스크린</PresentationFormat>
  <Paragraphs>43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Candara</vt:lpstr>
      <vt:lpstr>Office Theme</vt:lpstr>
      <vt:lpstr>PowerPoint 프레젠테이션</vt:lpstr>
      <vt:lpstr>CONTENTS</vt:lpstr>
      <vt:lpstr>Application Architecture Overview</vt:lpstr>
      <vt:lpstr>Application Architecture Overview</vt:lpstr>
      <vt:lpstr>Slide 27</vt:lpstr>
      <vt:lpstr>Application Design Pillars</vt:lpstr>
      <vt:lpstr>Slide 27</vt:lpstr>
      <vt:lpstr>Slide 27</vt:lpstr>
      <vt:lpstr>Common Components</vt:lpstr>
      <vt:lpstr>Slide 27</vt:lpstr>
      <vt:lpstr>PowerPoint 프레젠테이션</vt:lpstr>
      <vt:lpstr>Slide 27</vt:lpstr>
      <vt:lpstr>Slide 27</vt:lpstr>
      <vt:lpstr>Slide 27</vt:lpstr>
      <vt:lpstr>Slide 27</vt:lpstr>
      <vt:lpstr>Slide 27</vt:lpstr>
      <vt:lpstr>Slide 27</vt:lpstr>
      <vt:lpstr>Slide 27</vt:lpstr>
      <vt:lpstr>Slide 27</vt:lpstr>
      <vt:lpstr>Slide 27</vt:lpstr>
      <vt:lpstr>Slide 27</vt:lpstr>
      <vt:lpstr>Slide 27</vt:lpstr>
      <vt:lpstr>Patterns and Styles</vt:lpstr>
      <vt:lpstr>Slide 27</vt:lpstr>
      <vt:lpstr>Slide 27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2024-10-07T08:17:23Z</dcterms:created>
  <dcterms:modified xsi:type="dcterms:W3CDTF">2025-10-08T11:05:20Z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