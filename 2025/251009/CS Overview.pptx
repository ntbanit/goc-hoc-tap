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8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08/10/2025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SCIENCE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a glance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118" y="1937104"/>
            <a:ext cx="7219682" cy="423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60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962150"/>
            <a:ext cx="748665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209"/>
          </a:xfrm>
        </p:spPr>
        <p:txBody>
          <a:bodyPr>
            <a:normAutofit fontScale="90000"/>
          </a:bodyPr>
          <a:lstStyle/>
          <a:p>
            <a:r>
              <a:rPr lang="en-US" dirty="0"/>
              <a:t>https://leetcode.com/problems/construct-binary-tree-from-preorder-and-inorder-traversal/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32334"/>
            <a:ext cx="828675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4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41553"/>
            <a:ext cx="10515600" cy="103540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55" y="2158821"/>
            <a:ext cx="74390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2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44731"/>
            <a:ext cx="10515600" cy="832231"/>
          </a:xfrm>
        </p:spPr>
        <p:txBody>
          <a:bodyPr/>
          <a:lstStyle/>
          <a:p>
            <a:r>
              <a:rPr lang="en-US" dirty="0" smtClean="0"/>
              <a:t>* TCP </a:t>
            </a:r>
            <a:r>
              <a:rPr lang="en-US" dirty="0" err="1" smtClean="0"/>
              <a:t>vs</a:t>
            </a:r>
            <a:r>
              <a:rPr lang="en-US" dirty="0" smtClean="0"/>
              <a:t> UDP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337" y="2105025"/>
            <a:ext cx="75533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7" y="1985962"/>
            <a:ext cx="705802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50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2005012"/>
            <a:ext cx="66294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43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0209" y="2922732"/>
            <a:ext cx="2601532" cy="1141324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*session</a:t>
            </a:r>
          </a:p>
          <a:p>
            <a:r>
              <a:rPr lang="en-US" dirty="0" smtClean="0"/>
              <a:t>credentials, keys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6279"/>
            <a:ext cx="71151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39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19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COMPUTER SCIENCE OVERVIEW</vt:lpstr>
      <vt:lpstr>PowerPoint Presentation</vt:lpstr>
      <vt:lpstr>https://leetcode.com/problems/construct-binary-tree-from-preorder-and-inorder-traversal/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Elite</dc:creator>
  <cp:lastModifiedBy>Elite</cp:lastModifiedBy>
  <cp:revision>6</cp:revision>
  <dcterms:created xsi:type="dcterms:W3CDTF">2025-07-23T00:59:00Z</dcterms:created>
  <dcterms:modified xsi:type="dcterms:W3CDTF">2025-10-08T17:27:38Z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