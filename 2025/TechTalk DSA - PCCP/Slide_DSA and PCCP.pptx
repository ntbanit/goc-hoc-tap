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  <Override PartName="/ppt/authors.xml" ContentType="application/vnd.ms-powerpoint.author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37"/>
  </p:notesMasterIdLst>
  <p:handoutMasterIdLst>
    <p:handoutMasterId r:id="rId38"/>
  </p:handoutMasterIdLst>
  <p:sldIdLst>
    <p:sldId id="256" r:id="rId5"/>
    <p:sldId id="3849" r:id="rId6"/>
    <p:sldId id="3850" r:id="rId7"/>
    <p:sldId id="3846" r:id="rId8"/>
    <p:sldId id="3852" r:id="rId9"/>
    <p:sldId id="3853" r:id="rId10"/>
    <p:sldId id="3854" r:id="rId11"/>
    <p:sldId id="3856" r:id="rId12"/>
    <p:sldId id="3855" r:id="rId13"/>
    <p:sldId id="3851" r:id="rId14"/>
    <p:sldId id="261" r:id="rId15"/>
    <p:sldId id="3865" r:id="rId16"/>
    <p:sldId id="3862" r:id="rId17"/>
    <p:sldId id="3860" r:id="rId18"/>
    <p:sldId id="3861" r:id="rId19"/>
    <p:sldId id="3863" r:id="rId20"/>
    <p:sldId id="3864" r:id="rId21"/>
    <p:sldId id="3866" r:id="rId22"/>
    <p:sldId id="3867" r:id="rId23"/>
    <p:sldId id="265" r:id="rId24"/>
    <p:sldId id="3868" r:id="rId25"/>
    <p:sldId id="3869" r:id="rId26"/>
    <p:sldId id="3870" r:id="rId27"/>
    <p:sldId id="3871" r:id="rId28"/>
    <p:sldId id="3872" r:id="rId29"/>
    <p:sldId id="3857" r:id="rId30"/>
    <p:sldId id="263" r:id="rId31"/>
    <p:sldId id="268" r:id="rId32"/>
    <p:sldId id="3848" r:id="rId33"/>
    <p:sldId id="3858" r:id="rId34"/>
    <p:sldId id="3859" r:id="rId35"/>
    <p:sldId id="3847" r:id="rId3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72833802-FEF1-4C79-8D5D-14CF1EAF98D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992" autoAdjust="0"/>
    <p:restoredTop sz="94694" autoAdjust="0"/>
  </p:normalViewPr>
  <p:slideViewPr>
    <p:cSldViewPr snapToGrid="0">
      <p:cViewPr varScale="1">
        <p:scale>
          <a:sx n="165" d="100"/>
          <a:sy n="165" d="100"/>
        </p:scale>
        <p:origin x="2694" y="138"/>
      </p:cViewPr>
      <p:guideLst/>
    </p:cSldViewPr>
  </p:slideViewPr>
  <p:outlineViewPr>
    <p:cViewPr>
      <p:scale>
        <a:sx n="33" d="100"/>
        <a:sy n="33" d="100"/>
      </p:scale>
      <p:origin x="0" y="-374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757"/>
    </p:cViewPr>
  </p:sorterViewPr>
  <p:notesViewPr>
    <p:cSldViewPr snapToGrid="0">
      <p:cViewPr>
        <p:scale>
          <a:sx n="1" d="2"/>
          <a:sy n="1" d="2"/>
        </p:scale>
        <p:origin x="3480" y="55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presProps" Target="presProps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notesMaster" Target="notesMasters/notesMaster1.xml"/><Relationship Id="rId40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microsoft.com/office/2018/10/relationships/authors" Target="author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976AB79-C677-3DB7-78CF-9305D586148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3AB137-CEA6-0244-F12B-1ECC21172D0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C994AA-C437-4EF4-8BEF-0B832D7FA420}" type="datetimeFigureOut">
              <a:rPr lang="en-US" smtClean="0"/>
              <a:t>4/14/2025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68EC96-C6CC-F2AF-D90F-143F4D20A07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F8EC8D-EF88-0275-F75C-A789924433B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757874-EF65-4B61-B062-40C932C8129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202786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20CE03-6C3A-EB4D-A9B1-7EFD38B58412}" type="datetimeFigureOut">
              <a:rPr lang="en-US" smtClean="0"/>
              <a:t>4/14/2025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B57D50D-BAA9-464B-B391-243138E078D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0924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57D50D-BAA9-464B-B391-243138E078D8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82297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57D50D-BAA9-464B-B391-243138E078D8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19197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57D50D-BAA9-464B-B391-243138E078D8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253832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0C6A29-4676-420C-BBE3-ACC2B80F64D4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97097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0C6A29-4676-420C-BBE3-ACC2B80F64D4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272978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0C6A29-4676-420C-BBE3-ACC2B80F64D4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336851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0C6A29-4676-420C-BBE3-ACC2B80F64D4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02287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0C6A29-4676-420C-BBE3-ACC2B80F64D4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043446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57D50D-BAA9-464B-B391-243138E078D8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409726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57D50D-BAA9-464B-B391-243138E078D8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294927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57D50D-BAA9-464B-B391-243138E078D8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84026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57D50D-BAA9-464B-B391-243138E078D8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500037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57D50D-BAA9-464B-B391-243138E078D8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108323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57D50D-BAA9-464B-B391-243138E078D8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330202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57D50D-BAA9-464B-B391-243138E078D8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864194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57D50D-BAA9-464B-B391-243138E078D8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178946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57D50D-BAA9-464B-B391-243138E078D8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483158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57D50D-BAA9-464B-B391-243138E078D8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83634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57D50D-BAA9-464B-B391-243138E078D8}" type="slidenum">
              <a:rPr lang="en-US" smtClean="0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314421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57D50D-BAA9-464B-B391-243138E078D8}" type="slidenum">
              <a:rPr lang="en-US" smtClean="0"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110985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57D50D-BAA9-464B-B391-243138E078D8}" type="slidenum">
              <a:rPr lang="en-US" smtClean="0"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616432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57D50D-BAA9-464B-B391-243138E078D8}" type="slidenum">
              <a:rPr lang="en-US" smtClean="0"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388126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57D50D-BAA9-464B-B391-243138E078D8}" type="slidenum">
              <a:rPr lang="en-US" smtClean="0"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139427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57D50D-BAA9-464B-B391-243138E078D8}" type="slidenum">
              <a:rPr lang="en-US" smtClean="0"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893576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57D50D-BAA9-464B-B391-243138E078D8}" type="slidenum">
              <a:rPr lang="en-US" smtClean="0"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4848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57D50D-BAA9-464B-B391-243138E078D8}" type="slidenum">
              <a:rPr lang="en-US" smtClean="0"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799677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57D50D-BAA9-464B-B391-243138E078D8}" type="slidenum">
              <a:rPr lang="en-US" smtClean="0"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002817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57D50D-BAA9-464B-B391-243138E078D8}" type="slidenum">
              <a:rPr lang="en-US" smtClean="0"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609167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57D50D-BAA9-464B-B391-243138E078D8}" type="slidenum">
              <a:rPr lang="en-US" smtClean="0"/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768181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57D50D-BAA9-464B-B391-243138E078D8}" type="slidenum">
              <a:rPr lang="en-US" smtClean="0"/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603132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57D50D-BAA9-464B-B391-243138E078D8}" type="slidenum">
              <a:rPr lang="en-US" smtClean="0"/>
              <a:t>31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925726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57D50D-BAA9-464B-B391-243138E078D8}" type="slidenum">
              <a:rPr lang="en-US" smtClean="0"/>
              <a:t>32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2290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19429764-E305-A48D-5244-9BCD209022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2192000" cy="8286859"/>
            <a:chOff x="0" y="1"/>
            <a:chExt cx="12192000" cy="8286859"/>
          </a:xfrm>
        </p:grpSpPr>
        <p:sp>
          <p:nvSpPr>
            <p:cNvPr id="7" name="Freeform 13">
              <a:extLst>
                <a:ext uri="{FF2B5EF4-FFF2-40B4-BE49-F238E27FC236}">
                  <a16:creationId xmlns:a16="http://schemas.microsoft.com/office/drawing/2014/main" id="{45F65CE3-2411-E8E5-B72E-F5CBEC4DDC55}"/>
                </a:ext>
              </a:extLst>
            </p:cNvPr>
            <p:cNvSpPr/>
            <p:nvPr userDrawn="1"/>
          </p:nvSpPr>
          <p:spPr>
            <a:xfrm>
              <a:off x="4000500" y="1087403"/>
              <a:ext cx="8191500" cy="5770597"/>
            </a:xfrm>
            <a:custGeom>
              <a:avLst/>
              <a:gdLst>
                <a:gd name="connsiteX0" fmla="*/ 4929467 w 8191500"/>
                <a:gd name="connsiteY0" fmla="*/ 0 h 5770597"/>
                <a:gd name="connsiteX1" fmla="*/ 8065066 w 8191500"/>
                <a:gd name="connsiteY1" fmla="*/ 1118513 h 5770597"/>
                <a:gd name="connsiteX2" fmla="*/ 8191500 w 8191500"/>
                <a:gd name="connsiteY2" fmla="*/ 1227339 h 5770597"/>
                <a:gd name="connsiteX3" fmla="*/ 8191500 w 8191500"/>
                <a:gd name="connsiteY3" fmla="*/ 5770597 h 5770597"/>
                <a:gd name="connsiteX4" fmla="*/ 79523 w 8191500"/>
                <a:gd name="connsiteY4" fmla="*/ 5770597 h 5770597"/>
                <a:gd name="connsiteX5" fmla="*/ 56799 w 8191500"/>
                <a:gd name="connsiteY5" fmla="*/ 5644158 h 5770597"/>
                <a:gd name="connsiteX6" fmla="*/ 0 w 8191500"/>
                <a:gd name="connsiteY6" fmla="*/ 4898209 h 5770597"/>
                <a:gd name="connsiteX7" fmla="*/ 4929467 w 8191500"/>
                <a:gd name="connsiteY7" fmla="*/ 0 h 57705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191500" h="5770597">
                  <a:moveTo>
                    <a:pt x="4929467" y="0"/>
                  </a:moveTo>
                  <a:cubicBezTo>
                    <a:pt x="6120547" y="0"/>
                    <a:pt x="7212963" y="419755"/>
                    <a:pt x="8065066" y="1118513"/>
                  </a:cubicBezTo>
                  <a:lnTo>
                    <a:pt x="8191500" y="1227339"/>
                  </a:lnTo>
                  <a:lnTo>
                    <a:pt x="8191500" y="5770597"/>
                  </a:lnTo>
                  <a:lnTo>
                    <a:pt x="79523" y="5770597"/>
                  </a:lnTo>
                  <a:lnTo>
                    <a:pt x="56799" y="5644158"/>
                  </a:lnTo>
                  <a:cubicBezTo>
                    <a:pt x="19398" y="5400934"/>
                    <a:pt x="0" y="5151822"/>
                    <a:pt x="0" y="4898209"/>
                  </a:cubicBezTo>
                  <a:cubicBezTo>
                    <a:pt x="0" y="2193003"/>
                    <a:pt x="2206998" y="0"/>
                    <a:pt x="492946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3B6B51B3-AA6C-9C5E-7032-5AEA05D4590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06241" y="183933"/>
              <a:ext cx="0" cy="1597708"/>
            </a:xfrm>
            <a:prstGeom prst="line">
              <a:avLst/>
            </a:prstGeom>
            <a:ln w="127000" cap="rnd">
              <a:solidFill>
                <a:schemeClr val="accent4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Freeform: Shape 13">
              <a:extLst>
                <a:ext uri="{FF2B5EF4-FFF2-40B4-BE49-F238E27FC236}">
                  <a16:creationId xmlns:a16="http://schemas.microsoft.com/office/drawing/2014/main" id="{4F28561D-5B3C-F08A-F7B5-48E6B74EAEBD}"/>
                </a:ext>
              </a:extLst>
            </p:cNvPr>
            <p:cNvSpPr/>
            <p:nvPr userDrawn="1"/>
          </p:nvSpPr>
          <p:spPr>
            <a:xfrm>
              <a:off x="5292348" y="1"/>
              <a:ext cx="2279742" cy="1267785"/>
            </a:xfrm>
            <a:custGeom>
              <a:avLst/>
              <a:gdLst>
                <a:gd name="connsiteX0" fmla="*/ 0 w 2279742"/>
                <a:gd name="connsiteY0" fmla="*/ 0 h 1267785"/>
                <a:gd name="connsiteX1" fmla="*/ 138700 w 2279742"/>
                <a:gd name="connsiteY1" fmla="*/ 0 h 1267785"/>
                <a:gd name="connsiteX2" fmla="*/ 138700 w 2279742"/>
                <a:gd name="connsiteY2" fmla="*/ 1078193 h 1267785"/>
                <a:gd name="connsiteX3" fmla="*/ 2002733 w 2279742"/>
                <a:gd name="connsiteY3" fmla="*/ 0 h 1267785"/>
                <a:gd name="connsiteX4" fmla="*/ 2279742 w 2279742"/>
                <a:gd name="connsiteY4" fmla="*/ 0 h 1267785"/>
                <a:gd name="connsiteX5" fmla="*/ 104026 w 2279742"/>
                <a:gd name="connsiteY5" fmla="*/ 1258503 h 1267785"/>
                <a:gd name="connsiteX6" fmla="*/ 69351 w 2279742"/>
                <a:gd name="connsiteY6" fmla="*/ 1267785 h 1267785"/>
                <a:gd name="connsiteX7" fmla="*/ 0 w 2279742"/>
                <a:gd name="connsiteY7" fmla="*/ 1198436 h 12677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279742" h="1267785">
                  <a:moveTo>
                    <a:pt x="0" y="0"/>
                  </a:moveTo>
                  <a:lnTo>
                    <a:pt x="138700" y="0"/>
                  </a:lnTo>
                  <a:lnTo>
                    <a:pt x="138700" y="1078193"/>
                  </a:lnTo>
                  <a:lnTo>
                    <a:pt x="2002733" y="0"/>
                  </a:lnTo>
                  <a:lnTo>
                    <a:pt x="2279742" y="0"/>
                  </a:lnTo>
                  <a:lnTo>
                    <a:pt x="104026" y="1258503"/>
                  </a:lnTo>
                  <a:cubicBezTo>
                    <a:pt x="93484" y="1264595"/>
                    <a:pt x="81523" y="1267796"/>
                    <a:pt x="69351" y="1267785"/>
                  </a:cubicBezTo>
                  <a:cubicBezTo>
                    <a:pt x="31049" y="1267785"/>
                    <a:pt x="0" y="1236737"/>
                    <a:pt x="0" y="1198436"/>
                  </a:cubicBezTo>
                  <a:close/>
                </a:path>
              </a:pathLst>
            </a:custGeom>
            <a:solidFill>
              <a:schemeClr val="accent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" name="Freeform: Shape 15">
              <a:extLst>
                <a:ext uri="{FF2B5EF4-FFF2-40B4-BE49-F238E27FC236}">
                  <a16:creationId xmlns:a16="http://schemas.microsoft.com/office/drawing/2014/main" id="{7BD7FF70-44B7-E753-26CD-E228B56C2517}"/>
                </a:ext>
              </a:extLst>
            </p:cNvPr>
            <p:cNvSpPr/>
            <p:nvPr userDrawn="1"/>
          </p:nvSpPr>
          <p:spPr>
            <a:xfrm>
              <a:off x="10208695" y="1"/>
              <a:ext cx="1135066" cy="477997"/>
            </a:xfrm>
            <a:custGeom>
              <a:avLst/>
              <a:gdLst>
                <a:gd name="connsiteX0" fmla="*/ 0 w 1135066"/>
                <a:gd name="connsiteY0" fmla="*/ 0 h 477997"/>
                <a:gd name="connsiteX1" fmla="*/ 1135066 w 1135066"/>
                <a:gd name="connsiteY1" fmla="*/ 0 h 477997"/>
                <a:gd name="connsiteX2" fmla="*/ 1133370 w 1135066"/>
                <a:gd name="connsiteY2" fmla="*/ 16827 h 477997"/>
                <a:gd name="connsiteX3" fmla="*/ 567533 w 1135066"/>
                <a:gd name="connsiteY3" fmla="*/ 477997 h 477997"/>
                <a:gd name="connsiteX4" fmla="*/ 1696 w 1135066"/>
                <a:gd name="connsiteY4" fmla="*/ 16827 h 477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5066" h="477997">
                  <a:moveTo>
                    <a:pt x="0" y="0"/>
                  </a:moveTo>
                  <a:lnTo>
                    <a:pt x="1135066" y="0"/>
                  </a:lnTo>
                  <a:lnTo>
                    <a:pt x="1133370" y="16827"/>
                  </a:lnTo>
                  <a:cubicBezTo>
                    <a:pt x="1079514" y="280016"/>
                    <a:pt x="846644" y="477997"/>
                    <a:pt x="567533" y="477997"/>
                  </a:cubicBezTo>
                  <a:cubicBezTo>
                    <a:pt x="288422" y="477997"/>
                    <a:pt x="55552" y="280016"/>
                    <a:pt x="1696" y="16827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DF9EE857-93B9-ACF6-2AB4-2A29C4B94776}"/>
                </a:ext>
              </a:extLst>
            </p:cNvPr>
            <p:cNvSpPr/>
            <p:nvPr userDrawn="1"/>
          </p:nvSpPr>
          <p:spPr>
            <a:xfrm>
              <a:off x="1569044" y="514898"/>
              <a:ext cx="2393351" cy="2328423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" name="Freeform: Shape 19">
              <a:extLst>
                <a:ext uri="{FF2B5EF4-FFF2-40B4-BE49-F238E27FC236}">
                  <a16:creationId xmlns:a16="http://schemas.microsoft.com/office/drawing/2014/main" id="{75030D84-5EEB-A095-3D43-0ED22BDB8406}"/>
                </a:ext>
              </a:extLst>
            </p:cNvPr>
            <p:cNvSpPr/>
            <p:nvPr userDrawn="1"/>
          </p:nvSpPr>
          <p:spPr>
            <a:xfrm flipH="1">
              <a:off x="0" y="2949740"/>
              <a:ext cx="1186451" cy="1771650"/>
            </a:xfrm>
            <a:custGeom>
              <a:avLst/>
              <a:gdLst>
                <a:gd name="connsiteX0" fmla="*/ 61913 w 1186451"/>
                <a:gd name="connsiteY0" fmla="*/ 0 h 1771650"/>
                <a:gd name="connsiteX1" fmla="*/ 1186451 w 1186451"/>
                <a:gd name="connsiteY1" fmla="*/ 0 h 1771650"/>
                <a:gd name="connsiteX2" fmla="*/ 1186451 w 1186451"/>
                <a:gd name="connsiteY2" fmla="*/ 123825 h 1771650"/>
                <a:gd name="connsiteX3" fmla="*/ 123825 w 1186451"/>
                <a:gd name="connsiteY3" fmla="*/ 123825 h 1771650"/>
                <a:gd name="connsiteX4" fmla="*/ 123825 w 1186451"/>
                <a:gd name="connsiteY4" fmla="*/ 1647825 h 1771650"/>
                <a:gd name="connsiteX5" fmla="*/ 1186451 w 1186451"/>
                <a:gd name="connsiteY5" fmla="*/ 1647825 h 1771650"/>
                <a:gd name="connsiteX6" fmla="*/ 1186451 w 1186451"/>
                <a:gd name="connsiteY6" fmla="*/ 1771650 h 1771650"/>
                <a:gd name="connsiteX7" fmla="*/ 61913 w 1186451"/>
                <a:gd name="connsiteY7" fmla="*/ 1771650 h 1771650"/>
                <a:gd name="connsiteX8" fmla="*/ 0 w 1186451"/>
                <a:gd name="connsiteY8" fmla="*/ 1709738 h 1771650"/>
                <a:gd name="connsiteX9" fmla="*/ 0 w 1186451"/>
                <a:gd name="connsiteY9" fmla="*/ 61913 h 1771650"/>
                <a:gd name="connsiteX10" fmla="*/ 61913 w 1186451"/>
                <a:gd name="connsiteY10" fmla="*/ 0 h 1771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6451" h="1771650">
                  <a:moveTo>
                    <a:pt x="61913" y="0"/>
                  </a:moveTo>
                  <a:lnTo>
                    <a:pt x="1186451" y="0"/>
                  </a:lnTo>
                  <a:lnTo>
                    <a:pt x="1186451" y="123825"/>
                  </a:lnTo>
                  <a:lnTo>
                    <a:pt x="123825" y="123825"/>
                  </a:lnTo>
                  <a:lnTo>
                    <a:pt x="123825" y="1647825"/>
                  </a:lnTo>
                  <a:lnTo>
                    <a:pt x="1186451" y="1647825"/>
                  </a:lnTo>
                  <a:lnTo>
                    <a:pt x="1186451" y="1771650"/>
                  </a:lnTo>
                  <a:lnTo>
                    <a:pt x="61913" y="1771650"/>
                  </a:lnTo>
                  <a:cubicBezTo>
                    <a:pt x="27719" y="1771650"/>
                    <a:pt x="0" y="1743932"/>
                    <a:pt x="0" y="1709738"/>
                  </a:cubicBezTo>
                  <a:lnTo>
                    <a:pt x="0" y="61913"/>
                  </a:lnTo>
                  <a:cubicBezTo>
                    <a:pt x="0" y="27719"/>
                    <a:pt x="27719" y="0"/>
                    <a:pt x="61913" y="0"/>
                  </a:cubicBezTo>
                  <a:close/>
                </a:path>
              </a:pathLst>
            </a:custGeom>
            <a:solidFill>
              <a:schemeClr val="accent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Arc 12">
              <a:extLst>
                <a:ext uri="{FF2B5EF4-FFF2-40B4-BE49-F238E27FC236}">
                  <a16:creationId xmlns:a16="http://schemas.microsoft.com/office/drawing/2014/main" id="{26E6DE3E-6851-19AD-2E60-22F006238173}"/>
                </a:ext>
              </a:extLst>
            </p:cNvPr>
            <p:cNvSpPr/>
            <p:nvPr userDrawn="1"/>
          </p:nvSpPr>
          <p:spPr>
            <a:xfrm rot="16200000">
              <a:off x="1539683" y="4203427"/>
              <a:ext cx="4083433" cy="4083433"/>
            </a:xfrm>
            <a:prstGeom prst="arc">
              <a:avLst/>
            </a:prstGeom>
            <a:ln w="127000" cap="rnd">
              <a:solidFill>
                <a:schemeClr val="accent4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6" name="Title 1">
            <a:extLst>
              <a:ext uri="{FF2B5EF4-FFF2-40B4-BE49-F238E27FC236}">
                <a16:creationId xmlns:a16="http://schemas.microsoft.com/office/drawing/2014/main" id="{2E8C189B-2E00-67DA-E342-3440F5EBB4C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184474" y="2949739"/>
            <a:ext cx="6261291" cy="2396686"/>
          </a:xfrm>
        </p:spPr>
        <p:txBody>
          <a:bodyPr anchor="b" anchorCtr="0">
            <a:noAutofit/>
          </a:bodyPr>
          <a:lstStyle>
            <a:lvl1pPr algn="r"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34246750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3E96D25F-53A2-6217-84B4-7EB874F0B3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89189" y="941148"/>
            <a:ext cx="11182430" cy="4797821"/>
            <a:chOff x="489189" y="941148"/>
            <a:chExt cx="11182430" cy="4797821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A50FA62D-C8AE-52B8-1712-6116756D1A83}"/>
                </a:ext>
              </a:extLst>
            </p:cNvPr>
            <p:cNvSpPr/>
            <p:nvPr userDrawn="1"/>
          </p:nvSpPr>
          <p:spPr>
            <a:xfrm>
              <a:off x="489189" y="1119031"/>
              <a:ext cx="4619938" cy="461993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" name="Arc 8">
              <a:extLst>
                <a:ext uri="{FF2B5EF4-FFF2-40B4-BE49-F238E27FC236}">
                  <a16:creationId xmlns:a16="http://schemas.microsoft.com/office/drawing/2014/main" id="{1D2D6A01-57CF-3C0B-968C-E5A8FD352320}"/>
                </a:ext>
              </a:extLst>
            </p:cNvPr>
            <p:cNvSpPr/>
            <p:nvPr userDrawn="1"/>
          </p:nvSpPr>
          <p:spPr>
            <a:xfrm rot="19809111">
              <a:off x="8683720" y="941148"/>
              <a:ext cx="2987899" cy="2987899"/>
            </a:xfrm>
            <a:prstGeom prst="arc">
              <a:avLst>
                <a:gd name="adj1" fmla="val 15817365"/>
                <a:gd name="adj2" fmla="val 1781380"/>
              </a:avLst>
            </a:prstGeom>
            <a:ln w="127000" cap="rnd">
              <a:solidFill>
                <a:schemeClr val="accent4"/>
              </a:solidFill>
              <a:prstDash val="dash"/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410BEFAA-C349-7DB1-1827-0FA48A430AD8}"/>
                </a:ext>
              </a:extLst>
            </p:cNvPr>
            <p:cNvSpPr/>
            <p:nvPr userDrawn="1"/>
          </p:nvSpPr>
          <p:spPr>
            <a:xfrm>
              <a:off x="910048" y="4780992"/>
              <a:ext cx="546100" cy="5461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957" y="1119031"/>
            <a:ext cx="4384736" cy="4619938"/>
          </a:xfrm>
        </p:spPr>
        <p:txBody>
          <a:bodyPr>
            <a:noAutofit/>
          </a:bodyPr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801708" y="554942"/>
            <a:ext cx="5552091" cy="5768220"/>
          </a:xfrm>
        </p:spPr>
        <p:txBody>
          <a:bodyPr anchor="ctr" anchorCtr="0">
            <a:normAutofit/>
          </a:bodyPr>
          <a:lstStyle>
            <a:lvl1pPr marL="0" indent="0">
              <a:spcBef>
                <a:spcPts val="1000"/>
              </a:spcBef>
              <a:spcAft>
                <a:spcPts val="800"/>
              </a:spcAft>
              <a:buNone/>
              <a:defRPr sz="2400"/>
            </a:lvl1pPr>
            <a:lvl2pPr marL="800100" indent="-34290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2000"/>
            </a:lvl2pPr>
            <a:lvl3pPr marL="1200150" indent="-2857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800"/>
            </a:lvl3pPr>
            <a:lvl4pPr marL="1657350" indent="-2857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600"/>
            </a:lvl4pPr>
            <a:lvl5pPr marL="2114550" indent="-2857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6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143880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Pictur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9EF93C3C-09E9-6CD0-EF4B-6DE09539EE7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9011782 w 12192000"/>
              <a:gd name="connsiteY0" fmla="*/ 4817511 h 6858000"/>
              <a:gd name="connsiteX1" fmla="*/ 8937059 w 12192000"/>
              <a:gd name="connsiteY1" fmla="*/ 4972626 h 6858000"/>
              <a:gd name="connsiteX2" fmla="*/ 8588084 w 12192000"/>
              <a:gd name="connsiteY2" fmla="*/ 5489438 h 6858000"/>
              <a:gd name="connsiteX3" fmla="*/ 8565206 w 12192000"/>
              <a:gd name="connsiteY3" fmla="*/ 5514611 h 6858000"/>
              <a:gd name="connsiteX4" fmla="*/ 8569944 w 12192000"/>
              <a:gd name="connsiteY4" fmla="*/ 5520198 h 6858000"/>
              <a:gd name="connsiteX5" fmla="*/ 8878607 w 12192000"/>
              <a:gd name="connsiteY5" fmla="*/ 5644582 h 6858000"/>
              <a:gd name="connsiteX6" fmla="*/ 9315123 w 12192000"/>
              <a:gd name="connsiteY6" fmla="*/ 5219907 h 6858000"/>
              <a:gd name="connsiteX7" fmla="*/ 9048519 w 12192000"/>
              <a:gd name="connsiteY7" fmla="*/ 4828605 h 6858000"/>
              <a:gd name="connsiteX8" fmla="*/ 6096000 w 12192000"/>
              <a:gd name="connsiteY8" fmla="*/ 200625 h 6858000"/>
              <a:gd name="connsiteX9" fmla="*/ 2867625 w 12192000"/>
              <a:gd name="connsiteY9" fmla="*/ 3429000 h 6858000"/>
              <a:gd name="connsiteX10" fmla="*/ 6096000 w 12192000"/>
              <a:gd name="connsiteY10" fmla="*/ 6657375 h 6858000"/>
              <a:gd name="connsiteX11" fmla="*/ 9324375 w 12192000"/>
              <a:gd name="connsiteY11" fmla="*/ 3429000 h 6858000"/>
              <a:gd name="connsiteX12" fmla="*/ 6096000 w 12192000"/>
              <a:gd name="connsiteY12" fmla="*/ 200625 h 6858000"/>
              <a:gd name="connsiteX13" fmla="*/ 0 w 12192000"/>
              <a:gd name="connsiteY13" fmla="*/ 0 h 6858000"/>
              <a:gd name="connsiteX14" fmla="*/ 12192000 w 12192000"/>
              <a:gd name="connsiteY14" fmla="*/ 0 h 6858000"/>
              <a:gd name="connsiteX15" fmla="*/ 12192000 w 12192000"/>
              <a:gd name="connsiteY15" fmla="*/ 6858000 h 6858000"/>
              <a:gd name="connsiteX16" fmla="*/ 0 w 12192000"/>
              <a:gd name="connsiteY1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2192000" h="6858000">
                <a:moveTo>
                  <a:pt x="9011782" y="4817511"/>
                </a:moveTo>
                <a:lnTo>
                  <a:pt x="8937059" y="4972626"/>
                </a:lnTo>
                <a:cubicBezTo>
                  <a:pt x="8837255" y="5156349"/>
                  <a:pt x="8720206" y="5329344"/>
                  <a:pt x="8588084" y="5489438"/>
                </a:cubicBezTo>
                <a:lnTo>
                  <a:pt x="8565206" y="5514611"/>
                </a:lnTo>
                <a:lnTo>
                  <a:pt x="8569944" y="5520198"/>
                </a:lnTo>
                <a:cubicBezTo>
                  <a:pt x="8648938" y="5597049"/>
                  <a:pt x="8758066" y="5644582"/>
                  <a:pt x="8878607" y="5644582"/>
                </a:cubicBezTo>
                <a:cubicBezTo>
                  <a:pt x="9119688" y="5644582"/>
                  <a:pt x="9315123" y="5454449"/>
                  <a:pt x="9315123" y="5219907"/>
                </a:cubicBezTo>
                <a:cubicBezTo>
                  <a:pt x="9315123" y="5044001"/>
                  <a:pt x="9205191" y="4893074"/>
                  <a:pt x="9048519" y="4828605"/>
                </a:cubicBezTo>
                <a:close/>
                <a:moveTo>
                  <a:pt x="6096000" y="200625"/>
                </a:moveTo>
                <a:cubicBezTo>
                  <a:pt x="4313018" y="200625"/>
                  <a:pt x="2867625" y="1646018"/>
                  <a:pt x="2867625" y="3429000"/>
                </a:cubicBezTo>
                <a:cubicBezTo>
                  <a:pt x="2867625" y="5211982"/>
                  <a:pt x="4313018" y="6657375"/>
                  <a:pt x="6096000" y="6657375"/>
                </a:cubicBezTo>
                <a:cubicBezTo>
                  <a:pt x="7878982" y="6657375"/>
                  <a:pt x="9324375" y="5211982"/>
                  <a:pt x="9324375" y="3429000"/>
                </a:cubicBezTo>
                <a:cubicBezTo>
                  <a:pt x="9324375" y="1646018"/>
                  <a:pt x="7878982" y="200625"/>
                  <a:pt x="6096000" y="200625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1"/>
          </a:solidFill>
        </p:spPr>
        <p:txBody>
          <a:bodyPr wrap="square">
            <a:no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 to insert picture</a:t>
            </a:r>
          </a:p>
        </p:txBody>
      </p:sp>
      <p:sp>
        <p:nvSpPr>
          <p:cNvPr id="3" name="Arc 2">
            <a:extLst>
              <a:ext uri="{FF2B5EF4-FFF2-40B4-BE49-F238E27FC236}">
                <a16:creationId xmlns:a16="http://schemas.microsoft.com/office/drawing/2014/main" id="{D5C3C4BD-DFDB-76B4-17CA-7DA4D1729F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9366740" flipV="1">
            <a:off x="2557952" y="-89828"/>
            <a:ext cx="7173200" cy="7173200"/>
          </a:xfrm>
          <a:prstGeom prst="arc">
            <a:avLst>
              <a:gd name="adj1" fmla="val 16200000"/>
              <a:gd name="adj2" fmla="val 20401595"/>
            </a:avLst>
          </a:prstGeom>
          <a:ln w="127000" cap="rnd">
            <a:solidFill>
              <a:schemeClr val="accent4">
                <a:alpha val="9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2B04B61C-6467-D51D-0AF4-5C7D05F36CB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68168" y="923544"/>
            <a:ext cx="6455664" cy="5010912"/>
          </a:xfrm>
          <a:prstGeom prst="rect">
            <a:avLst/>
          </a:prstGeom>
          <a:noFill/>
        </p:spPr>
        <p:txBody>
          <a:bodyPr lIns="0" rIns="0">
            <a:normAutofit/>
          </a:bodyPr>
          <a:lstStyle>
            <a:lvl1pPr algn="ctr">
              <a:defRPr sz="60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47A19F4B-D154-3EB2-F86A-9A63283A3E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8565206" y="4817511"/>
            <a:ext cx="749917" cy="827071"/>
          </a:xfrm>
          <a:custGeom>
            <a:avLst/>
            <a:gdLst>
              <a:gd name="connsiteX0" fmla="*/ 446576 w 749917"/>
              <a:gd name="connsiteY0" fmla="*/ 0 h 827071"/>
              <a:gd name="connsiteX1" fmla="*/ 483313 w 749917"/>
              <a:gd name="connsiteY1" fmla="*/ 11094 h 827071"/>
              <a:gd name="connsiteX2" fmla="*/ 749917 w 749917"/>
              <a:gd name="connsiteY2" fmla="*/ 402396 h 827071"/>
              <a:gd name="connsiteX3" fmla="*/ 313401 w 749917"/>
              <a:gd name="connsiteY3" fmla="*/ 827071 h 827071"/>
              <a:gd name="connsiteX4" fmla="*/ 4738 w 749917"/>
              <a:gd name="connsiteY4" fmla="*/ 702687 h 827071"/>
              <a:gd name="connsiteX5" fmla="*/ 0 w 749917"/>
              <a:gd name="connsiteY5" fmla="*/ 697100 h 827071"/>
              <a:gd name="connsiteX6" fmla="*/ 22878 w 749917"/>
              <a:gd name="connsiteY6" fmla="*/ 671927 h 827071"/>
              <a:gd name="connsiteX7" fmla="*/ 371853 w 749917"/>
              <a:gd name="connsiteY7" fmla="*/ 155115 h 827071"/>
              <a:gd name="connsiteX8" fmla="*/ 446576 w 749917"/>
              <a:gd name="connsiteY8" fmla="*/ 0 h 8270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49917" h="827071">
                <a:moveTo>
                  <a:pt x="446576" y="0"/>
                </a:moveTo>
                <a:lnTo>
                  <a:pt x="483313" y="11094"/>
                </a:lnTo>
                <a:cubicBezTo>
                  <a:pt x="639985" y="75563"/>
                  <a:pt x="749917" y="226490"/>
                  <a:pt x="749917" y="402396"/>
                </a:cubicBezTo>
                <a:cubicBezTo>
                  <a:pt x="749917" y="636938"/>
                  <a:pt x="554482" y="827071"/>
                  <a:pt x="313401" y="827071"/>
                </a:cubicBezTo>
                <a:cubicBezTo>
                  <a:pt x="192860" y="827071"/>
                  <a:pt x="83732" y="779538"/>
                  <a:pt x="4738" y="702687"/>
                </a:cubicBezTo>
                <a:lnTo>
                  <a:pt x="0" y="697100"/>
                </a:lnTo>
                <a:lnTo>
                  <a:pt x="22878" y="671927"/>
                </a:lnTo>
                <a:cubicBezTo>
                  <a:pt x="155000" y="511833"/>
                  <a:pt x="272049" y="338838"/>
                  <a:pt x="371853" y="155115"/>
                </a:cubicBezTo>
                <a:lnTo>
                  <a:pt x="44657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984204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BCB8A6E1-44B2-54E1-6460-1C9B27EE75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5698912" cy="6858001"/>
            <a:chOff x="0" y="-1"/>
            <a:chExt cx="5698912" cy="6858001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D22D7888-22FA-4AA1-9BA4-CC61D6643D47}"/>
                </a:ext>
              </a:extLst>
            </p:cNvPr>
            <p:cNvSpPr/>
            <p:nvPr userDrawn="1"/>
          </p:nvSpPr>
          <p:spPr>
            <a:xfrm flipH="1">
              <a:off x="530529" y="0"/>
              <a:ext cx="1155142" cy="591009"/>
            </a:xfrm>
            <a:custGeom>
              <a:avLst/>
              <a:gdLst>
                <a:gd name="connsiteX0" fmla="*/ 1355 w 1155142"/>
                <a:gd name="connsiteY0" fmla="*/ 0 h 591009"/>
                <a:gd name="connsiteX1" fmla="*/ 1153787 w 1155142"/>
                <a:gd name="connsiteY1" fmla="*/ 0 h 591009"/>
                <a:gd name="connsiteX2" fmla="*/ 1155142 w 1155142"/>
                <a:gd name="connsiteY2" fmla="*/ 13438 h 591009"/>
                <a:gd name="connsiteX3" fmla="*/ 577571 w 1155142"/>
                <a:gd name="connsiteY3" fmla="*/ 591009 h 591009"/>
                <a:gd name="connsiteX4" fmla="*/ 0 w 1155142"/>
                <a:gd name="connsiteY4" fmla="*/ 13438 h 5910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55142" h="591009">
                  <a:moveTo>
                    <a:pt x="1355" y="0"/>
                  </a:moveTo>
                  <a:lnTo>
                    <a:pt x="1153787" y="0"/>
                  </a:lnTo>
                  <a:lnTo>
                    <a:pt x="1155142" y="13438"/>
                  </a:lnTo>
                  <a:cubicBezTo>
                    <a:pt x="1155142" y="332422"/>
                    <a:pt x="896555" y="591009"/>
                    <a:pt x="577571" y="591009"/>
                  </a:cubicBezTo>
                  <a:cubicBezTo>
                    <a:pt x="258587" y="591009"/>
                    <a:pt x="0" y="332422"/>
                    <a:pt x="0" y="1343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EBB6E464-8999-4773-A1F2-E6CAA990E572}"/>
                </a:ext>
              </a:extLst>
            </p:cNvPr>
            <p:cNvSpPr/>
            <p:nvPr userDrawn="1"/>
          </p:nvSpPr>
          <p:spPr>
            <a:xfrm flipH="1">
              <a:off x="3961511" y="-1"/>
              <a:ext cx="1737401" cy="959536"/>
            </a:xfrm>
            <a:custGeom>
              <a:avLst/>
              <a:gdLst>
                <a:gd name="connsiteX0" fmla="*/ 0 w 1737401"/>
                <a:gd name="connsiteY0" fmla="*/ 0 h 959536"/>
                <a:gd name="connsiteX1" fmla="*/ 123825 w 1737401"/>
                <a:gd name="connsiteY1" fmla="*/ 0 h 959536"/>
                <a:gd name="connsiteX2" fmla="*/ 123825 w 1737401"/>
                <a:gd name="connsiteY2" fmla="*/ 790277 h 959536"/>
                <a:gd name="connsiteX3" fmla="*/ 1490095 w 1737401"/>
                <a:gd name="connsiteY3" fmla="*/ 0 h 959536"/>
                <a:gd name="connsiteX4" fmla="*/ 1737401 w 1737401"/>
                <a:gd name="connsiteY4" fmla="*/ 0 h 959536"/>
                <a:gd name="connsiteX5" fmla="*/ 92869 w 1737401"/>
                <a:gd name="connsiteY5" fmla="*/ 951249 h 959536"/>
                <a:gd name="connsiteX6" fmla="*/ 61913 w 1737401"/>
                <a:gd name="connsiteY6" fmla="*/ 959536 h 959536"/>
                <a:gd name="connsiteX7" fmla="*/ 0 w 1737401"/>
                <a:gd name="connsiteY7" fmla="*/ 897624 h 959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37401" h="959536">
                  <a:moveTo>
                    <a:pt x="0" y="0"/>
                  </a:moveTo>
                  <a:lnTo>
                    <a:pt x="123825" y="0"/>
                  </a:lnTo>
                  <a:lnTo>
                    <a:pt x="123825" y="790277"/>
                  </a:lnTo>
                  <a:lnTo>
                    <a:pt x="1490095" y="0"/>
                  </a:lnTo>
                  <a:lnTo>
                    <a:pt x="1737401" y="0"/>
                  </a:lnTo>
                  <a:lnTo>
                    <a:pt x="92869" y="951249"/>
                  </a:lnTo>
                  <a:cubicBezTo>
                    <a:pt x="83458" y="956688"/>
                    <a:pt x="72780" y="959546"/>
                    <a:pt x="61913" y="959536"/>
                  </a:cubicBezTo>
                  <a:cubicBezTo>
                    <a:pt x="27719" y="959536"/>
                    <a:pt x="0" y="931818"/>
                    <a:pt x="0" y="897624"/>
                  </a:cubicBezTo>
                  <a:close/>
                </a:path>
              </a:pathLst>
            </a:custGeom>
            <a:solidFill>
              <a:schemeClr val="accent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1EA14BE8-FDD0-4434-9C3E-BFF78C22D9E3}"/>
                </a:ext>
              </a:extLst>
            </p:cNvPr>
            <p:cNvSpPr/>
            <p:nvPr userDrawn="1"/>
          </p:nvSpPr>
          <p:spPr>
            <a:xfrm flipH="1">
              <a:off x="0" y="5835649"/>
              <a:ext cx="1548180" cy="1022351"/>
            </a:xfrm>
            <a:custGeom>
              <a:avLst/>
              <a:gdLst>
                <a:gd name="connsiteX0" fmla="*/ 61913 w 1548180"/>
                <a:gd name="connsiteY0" fmla="*/ 0 h 1022351"/>
                <a:gd name="connsiteX1" fmla="*/ 1548180 w 1548180"/>
                <a:gd name="connsiteY1" fmla="*/ 0 h 1022351"/>
                <a:gd name="connsiteX2" fmla="*/ 1548180 w 1548180"/>
                <a:gd name="connsiteY2" fmla="*/ 123825 h 1022351"/>
                <a:gd name="connsiteX3" fmla="*/ 123825 w 1548180"/>
                <a:gd name="connsiteY3" fmla="*/ 123825 h 1022351"/>
                <a:gd name="connsiteX4" fmla="*/ 123825 w 1548180"/>
                <a:gd name="connsiteY4" fmla="*/ 1022351 h 1022351"/>
                <a:gd name="connsiteX5" fmla="*/ 0 w 1548180"/>
                <a:gd name="connsiteY5" fmla="*/ 1022351 h 1022351"/>
                <a:gd name="connsiteX6" fmla="*/ 0 w 1548180"/>
                <a:gd name="connsiteY6" fmla="*/ 61913 h 1022351"/>
                <a:gd name="connsiteX7" fmla="*/ 61913 w 1548180"/>
                <a:gd name="connsiteY7" fmla="*/ 0 h 102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548180" h="1022351">
                  <a:moveTo>
                    <a:pt x="61913" y="0"/>
                  </a:moveTo>
                  <a:lnTo>
                    <a:pt x="1548180" y="0"/>
                  </a:lnTo>
                  <a:lnTo>
                    <a:pt x="1548180" y="123825"/>
                  </a:lnTo>
                  <a:lnTo>
                    <a:pt x="123825" y="123825"/>
                  </a:lnTo>
                  <a:lnTo>
                    <a:pt x="123825" y="1022351"/>
                  </a:lnTo>
                  <a:lnTo>
                    <a:pt x="0" y="1022351"/>
                  </a:lnTo>
                  <a:lnTo>
                    <a:pt x="0" y="61913"/>
                  </a:lnTo>
                  <a:cubicBezTo>
                    <a:pt x="0" y="27719"/>
                    <a:pt x="27719" y="0"/>
                    <a:pt x="61913" y="0"/>
                  </a:cubicBezTo>
                  <a:close/>
                </a:path>
              </a:pathLst>
            </a:custGeom>
            <a:solidFill>
              <a:schemeClr val="accent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E494E364-7EA8-4D92-915D-75D1A3A67C07}"/>
                </a:ext>
              </a:extLst>
            </p:cNvPr>
            <p:cNvSpPr/>
            <p:nvPr userDrawn="1"/>
          </p:nvSpPr>
          <p:spPr>
            <a:xfrm flipH="1">
              <a:off x="4132972" y="6258755"/>
              <a:ext cx="1565940" cy="599245"/>
            </a:xfrm>
            <a:custGeom>
              <a:avLst/>
              <a:gdLst>
                <a:gd name="connsiteX0" fmla="*/ 782970 w 1565940"/>
                <a:gd name="connsiteY0" fmla="*/ 0 h 599245"/>
                <a:gd name="connsiteX1" fmla="*/ 1528042 w 1565940"/>
                <a:gd name="connsiteY1" fmla="*/ 480469 h 599245"/>
                <a:gd name="connsiteX2" fmla="*/ 1565940 w 1565940"/>
                <a:gd name="connsiteY2" fmla="*/ 599245 h 599245"/>
                <a:gd name="connsiteX3" fmla="*/ 0 w 1565940"/>
                <a:gd name="connsiteY3" fmla="*/ 599245 h 599245"/>
                <a:gd name="connsiteX4" fmla="*/ 37898 w 1565940"/>
                <a:gd name="connsiteY4" fmla="*/ 480469 h 599245"/>
                <a:gd name="connsiteX5" fmla="*/ 782970 w 1565940"/>
                <a:gd name="connsiteY5" fmla="*/ 0 h 599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65940" h="599245">
                  <a:moveTo>
                    <a:pt x="782970" y="0"/>
                  </a:moveTo>
                  <a:cubicBezTo>
                    <a:pt x="1117910" y="0"/>
                    <a:pt x="1405287" y="198118"/>
                    <a:pt x="1528042" y="480469"/>
                  </a:cubicBezTo>
                  <a:lnTo>
                    <a:pt x="1565940" y="599245"/>
                  </a:lnTo>
                  <a:lnTo>
                    <a:pt x="0" y="599245"/>
                  </a:lnTo>
                  <a:lnTo>
                    <a:pt x="37898" y="480469"/>
                  </a:lnTo>
                  <a:cubicBezTo>
                    <a:pt x="160653" y="198118"/>
                    <a:pt x="448030" y="0"/>
                    <a:pt x="78297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7" name="Title 1">
            <a:extLst>
              <a:ext uri="{FF2B5EF4-FFF2-40B4-BE49-F238E27FC236}">
                <a16:creationId xmlns:a16="http://schemas.microsoft.com/office/drawing/2014/main" id="{4F9EBE3B-A856-C23C-4698-B764DF4BC70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22118" y="262762"/>
            <a:ext cx="5507421" cy="3649718"/>
          </a:xfrm>
        </p:spPr>
        <p:txBody>
          <a:bodyPr anchor="b">
            <a:normAutofit/>
          </a:bodyPr>
          <a:lstStyle>
            <a:lvl1pPr>
              <a:defRPr sz="60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74C9CB37-5251-201C-ACE3-FD69A00C772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07393" y="847600"/>
            <a:ext cx="4619625" cy="4617720"/>
          </a:xfrm>
          <a:prstGeom prst="ellipse">
            <a:avLst/>
          </a:prstGeom>
          <a:noFill/>
        </p:spPr>
        <p:txBody>
          <a:bodyPr tIns="548640"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EBF08299-9068-827D-783B-BFF5B95E957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222118" y="4058263"/>
            <a:ext cx="5507421" cy="2141482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Font typeface="Arial" panose="020B0604020202020204" pitchFamily="34" charset="0"/>
              <a:buNone/>
              <a:defRPr sz="2400"/>
            </a:lvl1pPr>
            <a:lvl2pPr marL="228600">
              <a:lnSpc>
                <a:spcPct val="90000"/>
              </a:lnSpc>
              <a:buClr>
                <a:schemeClr val="accent2"/>
              </a:buClr>
              <a:defRPr sz="2000"/>
            </a:lvl2pPr>
            <a:lvl3pPr marL="457200">
              <a:lnSpc>
                <a:spcPct val="90000"/>
              </a:lnSpc>
              <a:buClr>
                <a:schemeClr val="accent2"/>
              </a:buClr>
              <a:defRPr sz="1800"/>
            </a:lvl3pPr>
            <a:lvl4pPr marL="685800">
              <a:lnSpc>
                <a:spcPct val="90000"/>
              </a:lnSpc>
              <a:buClr>
                <a:schemeClr val="accent2"/>
              </a:buClr>
              <a:defRPr sz="1600"/>
            </a:lvl4pPr>
            <a:lvl5pPr>
              <a:lnSpc>
                <a:spcPct val="110000"/>
              </a:lnSpc>
              <a:defRPr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54D3190-B78C-42F1-9D62-F523886BBE5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682496" y="6356350"/>
            <a:ext cx="1545336" cy="365125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9/3/20XX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381C40-F9FC-4D58-8508-F0632DF5A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9048" y="6356350"/>
            <a:ext cx="4114800" cy="365125"/>
          </a:xfrm>
        </p:spPr>
        <p:txBody>
          <a:bodyPr/>
          <a:lstStyle>
            <a:lvl1pPr algn="l">
              <a:defRPr>
                <a:latin typeface="+mn-lt"/>
              </a:defRPr>
            </a:lvl1pPr>
          </a:lstStyle>
          <a:p>
            <a:pPr algn="l"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Pitch deck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01CBCC-4CC2-49BD-B155-01E0F4D79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06456" y="6356350"/>
            <a:ext cx="850392" cy="365125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174680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04803"/>
            <a:ext cx="10515600" cy="1472974"/>
          </a:xfrm>
        </p:spPr>
        <p:txBody>
          <a:bodyPr anchor="ctr" anchorCtr="0">
            <a:noAutofit/>
          </a:bodyPr>
          <a:lstStyle/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E3FB7D8D-37C3-E089-EC02-FB49A13CBE1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38200" y="1838099"/>
            <a:ext cx="8012113" cy="4284889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defRPr sz="1800"/>
            </a:lvl1pPr>
            <a:lvl2pPr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defRPr sz="1600"/>
            </a:lvl2pPr>
            <a:lvl3pPr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defRPr sz="1400"/>
            </a:lvl3pPr>
            <a:lvl4pPr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defRPr sz="1200"/>
            </a:lvl4pPr>
            <a:lvl5pPr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defRPr sz="12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4/14/2025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Freeform: Shape 14">
            <a:extLst>
              <a:ext uri="{FF2B5EF4-FFF2-40B4-BE49-F238E27FC236}">
                <a16:creationId xmlns:a16="http://schemas.microsoft.com/office/drawing/2014/main" id="{438B6FA2-AF11-618E-2B1A-38BF083DF3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-381048" y="5144407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Freeform: Shape 13">
            <a:extLst>
              <a:ext uri="{FF2B5EF4-FFF2-40B4-BE49-F238E27FC236}">
                <a16:creationId xmlns:a16="http://schemas.microsoft.com/office/drawing/2014/main" id="{A269A8D8-A4AE-CEFF-E928-7DB1CFB3E4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Freeform: Shape 19">
            <a:extLst>
              <a:ext uri="{FF2B5EF4-FFF2-40B4-BE49-F238E27FC236}">
                <a16:creationId xmlns:a16="http://schemas.microsoft.com/office/drawing/2014/main" id="{15418837-E689-97BE-9FAD-FEDBD599EB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>
            <a:off x="11109434" y="3527042"/>
            <a:ext cx="1082566" cy="1616525"/>
          </a:xfrm>
          <a:custGeom>
            <a:avLst/>
            <a:gdLst>
              <a:gd name="connsiteX0" fmla="*/ 61913 w 1186451"/>
              <a:gd name="connsiteY0" fmla="*/ 0 h 1771650"/>
              <a:gd name="connsiteX1" fmla="*/ 1186451 w 1186451"/>
              <a:gd name="connsiteY1" fmla="*/ 0 h 1771650"/>
              <a:gd name="connsiteX2" fmla="*/ 1186451 w 1186451"/>
              <a:gd name="connsiteY2" fmla="*/ 123825 h 1771650"/>
              <a:gd name="connsiteX3" fmla="*/ 123825 w 1186451"/>
              <a:gd name="connsiteY3" fmla="*/ 123825 h 1771650"/>
              <a:gd name="connsiteX4" fmla="*/ 123825 w 1186451"/>
              <a:gd name="connsiteY4" fmla="*/ 1647825 h 1771650"/>
              <a:gd name="connsiteX5" fmla="*/ 1186451 w 1186451"/>
              <a:gd name="connsiteY5" fmla="*/ 1647825 h 1771650"/>
              <a:gd name="connsiteX6" fmla="*/ 1186451 w 1186451"/>
              <a:gd name="connsiteY6" fmla="*/ 1771650 h 1771650"/>
              <a:gd name="connsiteX7" fmla="*/ 61913 w 1186451"/>
              <a:gd name="connsiteY7" fmla="*/ 1771650 h 1771650"/>
              <a:gd name="connsiteX8" fmla="*/ 0 w 1186451"/>
              <a:gd name="connsiteY8" fmla="*/ 1709738 h 1771650"/>
              <a:gd name="connsiteX9" fmla="*/ 0 w 1186451"/>
              <a:gd name="connsiteY9" fmla="*/ 61913 h 1771650"/>
              <a:gd name="connsiteX10" fmla="*/ 61913 w 1186451"/>
              <a:gd name="connsiteY10" fmla="*/ 0 h 177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86451" h="1771650">
                <a:moveTo>
                  <a:pt x="61913" y="0"/>
                </a:moveTo>
                <a:lnTo>
                  <a:pt x="1186451" y="0"/>
                </a:lnTo>
                <a:lnTo>
                  <a:pt x="1186451" y="123825"/>
                </a:lnTo>
                <a:lnTo>
                  <a:pt x="123825" y="123825"/>
                </a:lnTo>
                <a:lnTo>
                  <a:pt x="123825" y="1647825"/>
                </a:lnTo>
                <a:lnTo>
                  <a:pt x="1186451" y="1647825"/>
                </a:lnTo>
                <a:lnTo>
                  <a:pt x="1186451" y="1771650"/>
                </a:lnTo>
                <a:lnTo>
                  <a:pt x="61913" y="1771650"/>
                </a:lnTo>
                <a:cubicBezTo>
                  <a:pt x="27719" y="1771650"/>
                  <a:pt x="0" y="1743932"/>
                  <a:pt x="0" y="1709738"/>
                </a:cubicBez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5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878947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>
            <a:extLst>
              <a:ext uri="{FF2B5EF4-FFF2-40B4-BE49-F238E27FC236}">
                <a16:creationId xmlns:a16="http://schemas.microsoft.com/office/drawing/2014/main" id="{7DF76A42-387B-8D66-1214-D404620700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940621" y="704193"/>
            <a:ext cx="2296455" cy="2296455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D2ACE818-46EF-547E-9315-A849483036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77652" y="0"/>
            <a:ext cx="8798419" cy="6816262"/>
            <a:chOff x="577652" y="-28502"/>
            <a:chExt cx="8798419" cy="6816262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E9644D21-8793-9A96-F305-5D20EE342B26}"/>
                </a:ext>
              </a:extLst>
            </p:cNvPr>
            <p:cNvSpPr/>
            <p:nvPr userDrawn="1"/>
          </p:nvSpPr>
          <p:spPr>
            <a:xfrm>
              <a:off x="2815929" y="148929"/>
              <a:ext cx="6560142" cy="656014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" name="Arc 9">
              <a:extLst>
                <a:ext uri="{FF2B5EF4-FFF2-40B4-BE49-F238E27FC236}">
                  <a16:creationId xmlns:a16="http://schemas.microsoft.com/office/drawing/2014/main" id="{DF8D7AEF-C845-09F0-F31C-20B32BBA1EBA}"/>
                </a:ext>
              </a:extLst>
            </p:cNvPr>
            <p:cNvSpPr/>
            <p:nvPr userDrawn="1"/>
          </p:nvSpPr>
          <p:spPr>
            <a:xfrm rot="9222429" flipV="1">
              <a:off x="2494119" y="-28502"/>
              <a:ext cx="6816262" cy="6816262"/>
            </a:xfrm>
            <a:prstGeom prst="arc">
              <a:avLst>
                <a:gd name="adj1" fmla="val 16200000"/>
                <a:gd name="adj2" fmla="val 20093138"/>
              </a:avLst>
            </a:prstGeom>
            <a:ln w="127000" cap="rnd">
              <a:solidFill>
                <a:schemeClr val="accent4">
                  <a:alpha val="9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5F9D44CB-887B-C74D-3E96-5607E84DAEFF}"/>
                </a:ext>
              </a:extLst>
            </p:cNvPr>
            <p:cNvSpPr/>
            <p:nvPr userDrawn="1"/>
          </p:nvSpPr>
          <p:spPr>
            <a:xfrm>
              <a:off x="577652" y="1085116"/>
              <a:ext cx="759403" cy="738802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4" name="Freeform: Shape 19">
            <a:extLst>
              <a:ext uri="{FF2B5EF4-FFF2-40B4-BE49-F238E27FC236}">
                <a16:creationId xmlns:a16="http://schemas.microsoft.com/office/drawing/2014/main" id="{87D193F4-2337-0048-1BE7-C9A8154191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>
            <a:off x="936118" y="5508455"/>
            <a:ext cx="1082566" cy="1616525"/>
          </a:xfrm>
          <a:custGeom>
            <a:avLst/>
            <a:gdLst>
              <a:gd name="connsiteX0" fmla="*/ 61913 w 1186451"/>
              <a:gd name="connsiteY0" fmla="*/ 0 h 1771650"/>
              <a:gd name="connsiteX1" fmla="*/ 1186451 w 1186451"/>
              <a:gd name="connsiteY1" fmla="*/ 0 h 1771650"/>
              <a:gd name="connsiteX2" fmla="*/ 1186451 w 1186451"/>
              <a:gd name="connsiteY2" fmla="*/ 123825 h 1771650"/>
              <a:gd name="connsiteX3" fmla="*/ 123825 w 1186451"/>
              <a:gd name="connsiteY3" fmla="*/ 123825 h 1771650"/>
              <a:gd name="connsiteX4" fmla="*/ 123825 w 1186451"/>
              <a:gd name="connsiteY4" fmla="*/ 1647825 h 1771650"/>
              <a:gd name="connsiteX5" fmla="*/ 1186451 w 1186451"/>
              <a:gd name="connsiteY5" fmla="*/ 1647825 h 1771650"/>
              <a:gd name="connsiteX6" fmla="*/ 1186451 w 1186451"/>
              <a:gd name="connsiteY6" fmla="*/ 1771650 h 1771650"/>
              <a:gd name="connsiteX7" fmla="*/ 61913 w 1186451"/>
              <a:gd name="connsiteY7" fmla="*/ 1771650 h 1771650"/>
              <a:gd name="connsiteX8" fmla="*/ 0 w 1186451"/>
              <a:gd name="connsiteY8" fmla="*/ 1709738 h 1771650"/>
              <a:gd name="connsiteX9" fmla="*/ 0 w 1186451"/>
              <a:gd name="connsiteY9" fmla="*/ 61913 h 1771650"/>
              <a:gd name="connsiteX10" fmla="*/ 61913 w 1186451"/>
              <a:gd name="connsiteY10" fmla="*/ 0 h 177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86451" h="1771650">
                <a:moveTo>
                  <a:pt x="61913" y="0"/>
                </a:moveTo>
                <a:lnTo>
                  <a:pt x="1186451" y="0"/>
                </a:lnTo>
                <a:lnTo>
                  <a:pt x="1186451" y="123825"/>
                </a:lnTo>
                <a:lnTo>
                  <a:pt x="123825" y="123825"/>
                </a:lnTo>
                <a:lnTo>
                  <a:pt x="123825" y="1647825"/>
                </a:lnTo>
                <a:lnTo>
                  <a:pt x="1186451" y="1647825"/>
                </a:lnTo>
                <a:lnTo>
                  <a:pt x="1186451" y="1771650"/>
                </a:lnTo>
                <a:lnTo>
                  <a:pt x="61913" y="1771650"/>
                </a:lnTo>
                <a:cubicBezTo>
                  <a:pt x="27719" y="1771650"/>
                  <a:pt x="0" y="1743932"/>
                  <a:pt x="0" y="1709738"/>
                </a:cubicBez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45EE4510-BCBA-C39A-BEF1-A391A3304F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494655" y="5270490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15929" y="1349825"/>
            <a:ext cx="6560142" cy="3063149"/>
          </a:xfrm>
        </p:spPr>
        <p:txBody>
          <a:bodyPr anchor="ctr">
            <a:noAutofit/>
          </a:bodyPr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3BC2DF-9C2A-052C-AD2C-0A8ABAA5037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815929" y="4412973"/>
            <a:ext cx="6560142" cy="1935571"/>
          </a:xfrm>
        </p:spPr>
        <p:txBody>
          <a:bodyPr>
            <a:noAutofit/>
          </a:bodyPr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070940-5919-2C95-2278-32E50BF14D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4/14/2025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57D599-49CF-19FE-6D86-C5EDB765F4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931DF1-1C8D-86B9-BFDD-098FFC00F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37277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anchor="ctr" anchorCtr="0">
            <a:noAutofit/>
          </a:bodyPr>
          <a:lstStyle>
            <a:lvl1pPr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813049-5F46-053E-6279-8183259649A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4915163" cy="4297680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800"/>
              </a:spcAft>
              <a:buNone/>
              <a:defRPr sz="2000"/>
            </a:lvl1pPr>
            <a:lvl2pPr marL="228600" indent="-22860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2000"/>
            </a:lvl2pPr>
            <a:lvl3pPr marL="594360" indent="-22860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2000"/>
            </a:lvl3pPr>
            <a:lvl4pPr marL="868680" indent="-22860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2000"/>
            </a:lvl4pPr>
            <a:lvl5pPr marL="1143000" indent="-22860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5FB01ADF-164A-96FB-0129-C2A0F0ED0A85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6147896" y="1816916"/>
            <a:ext cx="5212080" cy="4297680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800"/>
              </a:spcAft>
              <a:buNone/>
              <a:defRPr sz="2000"/>
            </a:lvl1pPr>
            <a:lvl2pPr marL="228600" indent="-22860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2000"/>
            </a:lvl2pPr>
            <a:lvl3pPr marL="594360" indent="-22860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2000"/>
            </a:lvl3pPr>
            <a:lvl4pPr marL="868680" indent="-22860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2000"/>
            </a:lvl4pPr>
            <a:lvl5pPr marL="1143000" indent="-22860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C263F0DD-A38B-64B8-7412-087B487E6D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23536" y="2"/>
            <a:ext cx="12068464" cy="6857998"/>
            <a:chOff x="123536" y="2"/>
            <a:chExt cx="12068464" cy="6857998"/>
          </a:xfrm>
        </p:grpSpPr>
        <p:sp>
          <p:nvSpPr>
            <p:cNvPr id="12" name="Freeform: Shape 9">
              <a:extLst>
                <a:ext uri="{FF2B5EF4-FFF2-40B4-BE49-F238E27FC236}">
                  <a16:creationId xmlns:a16="http://schemas.microsoft.com/office/drawing/2014/main" id="{44CE2FB7-A856-E3C3-9798-73AAFB7901B8}"/>
                </a:ext>
              </a:extLst>
            </p:cNvPr>
            <p:cNvSpPr/>
            <p:nvPr userDrawn="1"/>
          </p:nvSpPr>
          <p:spPr>
            <a:xfrm>
              <a:off x="5671336" y="2"/>
              <a:ext cx="849328" cy="357668"/>
            </a:xfrm>
            <a:custGeom>
              <a:avLst/>
              <a:gdLst>
                <a:gd name="connsiteX0" fmla="*/ 0 w 1135066"/>
                <a:gd name="connsiteY0" fmla="*/ 0 h 477997"/>
                <a:gd name="connsiteX1" fmla="*/ 1135066 w 1135066"/>
                <a:gd name="connsiteY1" fmla="*/ 0 h 477997"/>
                <a:gd name="connsiteX2" fmla="*/ 1133370 w 1135066"/>
                <a:gd name="connsiteY2" fmla="*/ 16827 h 477997"/>
                <a:gd name="connsiteX3" fmla="*/ 567533 w 1135066"/>
                <a:gd name="connsiteY3" fmla="*/ 477997 h 477997"/>
                <a:gd name="connsiteX4" fmla="*/ 1696 w 1135066"/>
                <a:gd name="connsiteY4" fmla="*/ 16827 h 477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5066" h="477997">
                  <a:moveTo>
                    <a:pt x="0" y="0"/>
                  </a:moveTo>
                  <a:lnTo>
                    <a:pt x="1135066" y="0"/>
                  </a:lnTo>
                  <a:lnTo>
                    <a:pt x="1133370" y="16827"/>
                  </a:lnTo>
                  <a:cubicBezTo>
                    <a:pt x="1079514" y="280016"/>
                    <a:pt x="846644" y="477997"/>
                    <a:pt x="567533" y="477997"/>
                  </a:cubicBezTo>
                  <a:cubicBezTo>
                    <a:pt x="288422" y="477997"/>
                    <a:pt x="55552" y="280016"/>
                    <a:pt x="1696" y="16827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Freeform: Shape 10">
              <a:extLst>
                <a:ext uri="{FF2B5EF4-FFF2-40B4-BE49-F238E27FC236}">
                  <a16:creationId xmlns:a16="http://schemas.microsoft.com/office/drawing/2014/main" id="{47ED62E5-894A-A8F9-A6DC-4A5C147CDE78}"/>
                </a:ext>
              </a:extLst>
            </p:cNvPr>
            <p:cNvSpPr/>
            <p:nvPr userDrawn="1"/>
          </p:nvSpPr>
          <p:spPr>
            <a:xfrm flipH="1">
              <a:off x="123536" y="5717905"/>
              <a:ext cx="1771609" cy="1140095"/>
            </a:xfrm>
            <a:custGeom>
              <a:avLst/>
              <a:gdLst>
                <a:gd name="connsiteX0" fmla="*/ 1561721 w 1771609"/>
                <a:gd name="connsiteY0" fmla="*/ 763041 h 1140095"/>
                <a:gd name="connsiteX1" fmla="*/ 1623024 w 1771609"/>
                <a:gd name="connsiteY1" fmla="*/ 792810 h 1140095"/>
                <a:gd name="connsiteX2" fmla="*/ 1711735 w 1771609"/>
                <a:gd name="connsiteY2" fmla="*/ 970132 h 1140095"/>
                <a:gd name="connsiteX3" fmla="*/ 1771609 w 1771609"/>
                <a:gd name="connsiteY3" fmla="*/ 1140095 h 1140095"/>
                <a:gd name="connsiteX4" fmla="*/ 1637225 w 1771609"/>
                <a:gd name="connsiteY4" fmla="*/ 1140095 h 1140095"/>
                <a:gd name="connsiteX5" fmla="*/ 1594820 w 1771609"/>
                <a:gd name="connsiteY5" fmla="*/ 1019711 h 1140095"/>
                <a:gd name="connsiteX6" fmla="*/ 1513200 w 1771609"/>
                <a:gd name="connsiteY6" fmla="*/ 856627 h 1140095"/>
                <a:gd name="connsiteX7" fmla="*/ 1538499 w 1771609"/>
                <a:gd name="connsiteY7" fmla="*/ 770415 h 1140095"/>
                <a:gd name="connsiteX8" fmla="*/ 1561721 w 1771609"/>
                <a:gd name="connsiteY8" fmla="*/ 763041 h 1140095"/>
                <a:gd name="connsiteX9" fmla="*/ 933455 w 1771609"/>
                <a:gd name="connsiteY9" fmla="*/ 161309 h 1140095"/>
                <a:gd name="connsiteX10" fmla="*/ 957797 w 1771609"/>
                <a:gd name="connsiteY10" fmla="*/ 167970 h 1140095"/>
                <a:gd name="connsiteX11" fmla="*/ 1286982 w 1771609"/>
                <a:gd name="connsiteY11" fmla="*/ 387616 h 1140095"/>
                <a:gd name="connsiteX12" fmla="*/ 1293725 w 1771609"/>
                <a:gd name="connsiteY12" fmla="*/ 477075 h 1140095"/>
                <a:gd name="connsiteX13" fmla="*/ 1245453 w 1771609"/>
                <a:gd name="connsiteY13" fmla="*/ 499154 h 1140095"/>
                <a:gd name="connsiteX14" fmla="*/ 1245167 w 1771609"/>
                <a:gd name="connsiteY14" fmla="*/ 499154 h 1140095"/>
                <a:gd name="connsiteX15" fmla="*/ 1203638 w 1771609"/>
                <a:gd name="connsiteY15" fmla="*/ 484104 h 1140095"/>
                <a:gd name="connsiteX16" fmla="*/ 900647 w 1771609"/>
                <a:gd name="connsiteY16" fmla="*/ 281508 h 1140095"/>
                <a:gd name="connsiteX17" fmla="*/ 872454 w 1771609"/>
                <a:gd name="connsiteY17" fmla="*/ 196164 h 1140095"/>
                <a:gd name="connsiteX18" fmla="*/ 933455 w 1771609"/>
                <a:gd name="connsiteY18" fmla="*/ 161309 h 1140095"/>
                <a:gd name="connsiteX19" fmla="*/ 256260 w 1771609"/>
                <a:gd name="connsiteY19" fmla="*/ 29 h 1140095"/>
                <a:gd name="connsiteX20" fmla="*/ 454020 w 1771609"/>
                <a:gd name="connsiteY20" fmla="*/ 13474 h 1140095"/>
                <a:gd name="connsiteX21" fmla="*/ 509236 w 1771609"/>
                <a:gd name="connsiteY21" fmla="*/ 84182 h 1140095"/>
                <a:gd name="connsiteX22" fmla="*/ 445829 w 1771609"/>
                <a:gd name="connsiteY22" fmla="*/ 139871 h 1140095"/>
                <a:gd name="connsiteX23" fmla="*/ 437447 w 1771609"/>
                <a:gd name="connsiteY23" fmla="*/ 139395 h 1140095"/>
                <a:gd name="connsiteX24" fmla="*/ 73211 w 1771609"/>
                <a:gd name="connsiteY24" fmla="*/ 137204 h 1140095"/>
                <a:gd name="connsiteX25" fmla="*/ 749 w 1771609"/>
                <a:gd name="connsiteY25" fmla="*/ 84082 h 1140095"/>
                <a:gd name="connsiteX26" fmla="*/ 53871 w 1771609"/>
                <a:gd name="connsiteY26" fmla="*/ 11621 h 1140095"/>
                <a:gd name="connsiteX27" fmla="*/ 58352 w 1771609"/>
                <a:gd name="connsiteY27" fmla="*/ 11093 h 1140095"/>
                <a:gd name="connsiteX28" fmla="*/ 256260 w 1771609"/>
                <a:gd name="connsiteY28" fmla="*/ 29 h 11400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771609" h="1140095">
                  <a:moveTo>
                    <a:pt x="1561721" y="763041"/>
                  </a:moveTo>
                  <a:cubicBezTo>
                    <a:pt x="1585506" y="760324"/>
                    <a:pt x="1609722" y="771249"/>
                    <a:pt x="1623024" y="792810"/>
                  </a:cubicBezTo>
                  <a:cubicBezTo>
                    <a:pt x="1656300" y="850065"/>
                    <a:pt x="1685920" y="909291"/>
                    <a:pt x="1711735" y="970132"/>
                  </a:cubicBezTo>
                  <a:lnTo>
                    <a:pt x="1771609" y="1140095"/>
                  </a:lnTo>
                  <a:lnTo>
                    <a:pt x="1637225" y="1140095"/>
                  </a:lnTo>
                  <a:lnTo>
                    <a:pt x="1594820" y="1019711"/>
                  </a:lnTo>
                  <a:cubicBezTo>
                    <a:pt x="1571072" y="963753"/>
                    <a:pt x="1543818" y="909282"/>
                    <a:pt x="1513200" y="856627"/>
                  </a:cubicBezTo>
                  <a:cubicBezTo>
                    <a:pt x="1496379" y="825834"/>
                    <a:pt x="1507704" y="787236"/>
                    <a:pt x="1538499" y="770415"/>
                  </a:cubicBezTo>
                  <a:cubicBezTo>
                    <a:pt x="1545912" y="766367"/>
                    <a:pt x="1553792" y="763946"/>
                    <a:pt x="1561721" y="763041"/>
                  </a:cubicBezTo>
                  <a:close/>
                  <a:moveTo>
                    <a:pt x="933455" y="161309"/>
                  </a:moveTo>
                  <a:cubicBezTo>
                    <a:pt x="941693" y="161855"/>
                    <a:pt x="949959" y="164025"/>
                    <a:pt x="957797" y="167970"/>
                  </a:cubicBezTo>
                  <a:cubicBezTo>
                    <a:pt x="1076184" y="227289"/>
                    <a:pt x="1186759" y="301068"/>
                    <a:pt x="1286982" y="387616"/>
                  </a:cubicBezTo>
                  <a:cubicBezTo>
                    <a:pt x="1313547" y="410457"/>
                    <a:pt x="1316566" y="450510"/>
                    <a:pt x="1293725" y="477075"/>
                  </a:cubicBezTo>
                  <a:cubicBezTo>
                    <a:pt x="1281638" y="491137"/>
                    <a:pt x="1263998" y="499204"/>
                    <a:pt x="1245453" y="499154"/>
                  </a:cubicBezTo>
                  <a:lnTo>
                    <a:pt x="1245167" y="499154"/>
                  </a:lnTo>
                  <a:cubicBezTo>
                    <a:pt x="1229965" y="499301"/>
                    <a:pt x="1215220" y="493956"/>
                    <a:pt x="1203638" y="484104"/>
                  </a:cubicBezTo>
                  <a:cubicBezTo>
                    <a:pt x="1111407" y="404300"/>
                    <a:pt x="1009633" y="336248"/>
                    <a:pt x="900647" y="281508"/>
                  </a:cubicBezTo>
                  <a:cubicBezTo>
                    <a:pt x="869295" y="265726"/>
                    <a:pt x="856672" y="227516"/>
                    <a:pt x="872454" y="196164"/>
                  </a:cubicBezTo>
                  <a:cubicBezTo>
                    <a:pt x="884290" y="172650"/>
                    <a:pt x="908742" y="159670"/>
                    <a:pt x="933455" y="161309"/>
                  </a:cubicBezTo>
                  <a:close/>
                  <a:moveTo>
                    <a:pt x="256260" y="29"/>
                  </a:moveTo>
                  <a:cubicBezTo>
                    <a:pt x="322331" y="427"/>
                    <a:pt x="388378" y="4909"/>
                    <a:pt x="454020" y="13474"/>
                  </a:cubicBezTo>
                  <a:cubicBezTo>
                    <a:pt x="488793" y="17752"/>
                    <a:pt x="513514" y="49409"/>
                    <a:pt x="509236" y="84182"/>
                  </a:cubicBezTo>
                  <a:cubicBezTo>
                    <a:pt x="505303" y="116151"/>
                    <a:pt x="478038" y="140098"/>
                    <a:pt x="445829" y="139871"/>
                  </a:cubicBezTo>
                  <a:cubicBezTo>
                    <a:pt x="443027" y="139899"/>
                    <a:pt x="440227" y="139740"/>
                    <a:pt x="437447" y="139395"/>
                  </a:cubicBezTo>
                  <a:cubicBezTo>
                    <a:pt x="316592" y="123615"/>
                    <a:pt x="194247" y="122878"/>
                    <a:pt x="73211" y="137204"/>
                  </a:cubicBezTo>
                  <a:cubicBezTo>
                    <a:pt x="38532" y="142545"/>
                    <a:pt x="6090" y="118762"/>
                    <a:pt x="749" y="84082"/>
                  </a:cubicBezTo>
                  <a:cubicBezTo>
                    <a:pt x="-4591" y="49403"/>
                    <a:pt x="19192" y="16961"/>
                    <a:pt x="53871" y="11621"/>
                  </a:cubicBezTo>
                  <a:cubicBezTo>
                    <a:pt x="55358" y="11392"/>
                    <a:pt x="56852" y="11216"/>
                    <a:pt x="58352" y="11093"/>
                  </a:cubicBezTo>
                  <a:cubicBezTo>
                    <a:pt x="124093" y="3319"/>
                    <a:pt x="190189" y="-369"/>
                    <a:pt x="256260" y="29"/>
                  </a:cubicBezTo>
                  <a:close/>
                </a:path>
              </a:pathLst>
            </a:custGeom>
            <a:solidFill>
              <a:schemeClr val="accent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" name="Freeform: Shape 11">
              <a:extLst>
                <a:ext uri="{FF2B5EF4-FFF2-40B4-BE49-F238E27FC236}">
                  <a16:creationId xmlns:a16="http://schemas.microsoft.com/office/drawing/2014/main" id="{5C181CD4-C69B-2826-AF23-060D677248A9}"/>
                </a:ext>
              </a:extLst>
            </p:cNvPr>
            <p:cNvSpPr/>
            <p:nvPr userDrawn="1"/>
          </p:nvSpPr>
          <p:spPr>
            <a:xfrm rot="5400000">
              <a:off x="11328915" y="3872201"/>
              <a:ext cx="1214656" cy="511514"/>
            </a:xfrm>
            <a:custGeom>
              <a:avLst/>
              <a:gdLst>
                <a:gd name="connsiteX0" fmla="*/ 0 w 1135066"/>
                <a:gd name="connsiteY0" fmla="*/ 0 h 477997"/>
                <a:gd name="connsiteX1" fmla="*/ 1135066 w 1135066"/>
                <a:gd name="connsiteY1" fmla="*/ 0 h 477997"/>
                <a:gd name="connsiteX2" fmla="*/ 1133370 w 1135066"/>
                <a:gd name="connsiteY2" fmla="*/ 16827 h 477997"/>
                <a:gd name="connsiteX3" fmla="*/ 567533 w 1135066"/>
                <a:gd name="connsiteY3" fmla="*/ 477997 h 477997"/>
                <a:gd name="connsiteX4" fmla="*/ 1696 w 1135066"/>
                <a:gd name="connsiteY4" fmla="*/ 16827 h 477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5066" h="477997">
                  <a:moveTo>
                    <a:pt x="0" y="0"/>
                  </a:moveTo>
                  <a:lnTo>
                    <a:pt x="1135066" y="0"/>
                  </a:lnTo>
                  <a:lnTo>
                    <a:pt x="1133370" y="16827"/>
                  </a:lnTo>
                  <a:cubicBezTo>
                    <a:pt x="1079514" y="280016"/>
                    <a:pt x="846644" y="477997"/>
                    <a:pt x="567533" y="477997"/>
                  </a:cubicBezTo>
                  <a:cubicBezTo>
                    <a:pt x="288422" y="477997"/>
                    <a:pt x="55552" y="280016"/>
                    <a:pt x="1696" y="1682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4/14/2025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52907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anchor="ctr" anchorCtr="0">
            <a:noAutofit/>
          </a:bodyPr>
          <a:lstStyle/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60538251-2B75-FA20-0F29-FB58583E6125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1" y="1825625"/>
            <a:ext cx="3108958" cy="4297680"/>
          </a:xfrm>
        </p:spPr>
        <p:txBody>
          <a:bodyPr>
            <a:normAutofit/>
          </a:bodyPr>
          <a:lstStyle>
            <a:lvl1pPr marL="228600" indent="-22860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800"/>
            </a:lvl1pPr>
            <a:lvl2pPr marL="285750" indent="-2857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800"/>
            </a:lvl2pPr>
            <a:lvl3pPr marL="651510" indent="-2857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800"/>
            </a:lvl3pPr>
            <a:lvl4pPr marL="925830" indent="-2857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800"/>
            </a:lvl4pPr>
            <a:lvl5pPr marL="1200150" indent="-2857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A06C49DD-8C29-93EA-04F4-22F84080DF5C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4661820" y="1816916"/>
            <a:ext cx="6698156" cy="4297680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800"/>
              </a:spcAft>
              <a:buNone/>
              <a:defRPr sz="1800"/>
            </a:lvl1pPr>
            <a:lvl2pPr marL="228600" indent="-22860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800"/>
            </a:lvl2pPr>
            <a:lvl3pPr marL="594360" indent="-22860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800"/>
            </a:lvl3pPr>
            <a:lvl4pPr marL="868680" indent="-22860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800"/>
            </a:lvl4pPr>
            <a:lvl5pPr marL="1143000" indent="-22860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4/14/2025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Freeform: Shape 11">
            <a:extLst>
              <a:ext uri="{FF2B5EF4-FFF2-40B4-BE49-F238E27FC236}">
                <a16:creationId xmlns:a16="http://schemas.microsoft.com/office/drawing/2014/main" id="{1E75594D-82D2-74F6-56EC-46FCD28CBE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994966" y="0"/>
            <a:ext cx="1214656" cy="511514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Freeform: Shape 13">
            <a:extLst>
              <a:ext uri="{FF2B5EF4-FFF2-40B4-BE49-F238E27FC236}">
                <a16:creationId xmlns:a16="http://schemas.microsoft.com/office/drawing/2014/main" id="{FF4E0F5B-0892-2688-EFD3-284369DA50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8097530" y="5590215"/>
            <a:ext cx="2279742" cy="1267785"/>
          </a:xfrm>
          <a:custGeom>
            <a:avLst/>
            <a:gdLst>
              <a:gd name="connsiteX0" fmla="*/ 0 w 2279742"/>
              <a:gd name="connsiteY0" fmla="*/ 0 h 1267785"/>
              <a:gd name="connsiteX1" fmla="*/ 138700 w 2279742"/>
              <a:gd name="connsiteY1" fmla="*/ 0 h 1267785"/>
              <a:gd name="connsiteX2" fmla="*/ 138700 w 2279742"/>
              <a:gd name="connsiteY2" fmla="*/ 1078193 h 1267785"/>
              <a:gd name="connsiteX3" fmla="*/ 2002733 w 2279742"/>
              <a:gd name="connsiteY3" fmla="*/ 0 h 1267785"/>
              <a:gd name="connsiteX4" fmla="*/ 2279742 w 2279742"/>
              <a:gd name="connsiteY4" fmla="*/ 0 h 1267785"/>
              <a:gd name="connsiteX5" fmla="*/ 104026 w 2279742"/>
              <a:gd name="connsiteY5" fmla="*/ 1258503 h 1267785"/>
              <a:gd name="connsiteX6" fmla="*/ 69351 w 2279742"/>
              <a:gd name="connsiteY6" fmla="*/ 1267785 h 1267785"/>
              <a:gd name="connsiteX7" fmla="*/ 0 w 2279742"/>
              <a:gd name="connsiteY7" fmla="*/ 1198436 h 12677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279742" h="1267785">
                <a:moveTo>
                  <a:pt x="0" y="0"/>
                </a:moveTo>
                <a:lnTo>
                  <a:pt x="138700" y="0"/>
                </a:lnTo>
                <a:lnTo>
                  <a:pt x="138700" y="1078193"/>
                </a:lnTo>
                <a:lnTo>
                  <a:pt x="2002733" y="0"/>
                </a:lnTo>
                <a:lnTo>
                  <a:pt x="2279742" y="0"/>
                </a:lnTo>
                <a:lnTo>
                  <a:pt x="104026" y="1258503"/>
                </a:lnTo>
                <a:cubicBezTo>
                  <a:pt x="93484" y="1264595"/>
                  <a:pt x="81523" y="1267796"/>
                  <a:pt x="69351" y="1267785"/>
                </a:cubicBezTo>
                <a:cubicBezTo>
                  <a:pt x="31049" y="1267785"/>
                  <a:pt x="0" y="1236737"/>
                  <a:pt x="0" y="1198436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1D8715A-3067-732D-C410-868C7CCCF7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982378" y="5512123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578526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5807BCF9-2F5B-200E-2E6C-E177DB56EC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7458"/>
            <a:ext cx="7083733" cy="6182202"/>
            <a:chOff x="0" y="7460"/>
            <a:chExt cx="7083733" cy="6182202"/>
          </a:xfrm>
        </p:grpSpPr>
        <p:sp>
          <p:nvSpPr>
            <p:cNvPr id="9" name="Freeform: Shape 14">
              <a:extLst>
                <a:ext uri="{FF2B5EF4-FFF2-40B4-BE49-F238E27FC236}">
                  <a16:creationId xmlns:a16="http://schemas.microsoft.com/office/drawing/2014/main" id="{7A624B2B-50FD-9351-987F-2E5A5472CAB6}"/>
                </a:ext>
              </a:extLst>
            </p:cNvPr>
            <p:cNvSpPr/>
            <p:nvPr userDrawn="1"/>
          </p:nvSpPr>
          <p:spPr>
            <a:xfrm rot="16200000">
              <a:off x="-388933" y="4841194"/>
              <a:ext cx="1737401" cy="959536"/>
            </a:xfrm>
            <a:custGeom>
              <a:avLst/>
              <a:gdLst>
                <a:gd name="connsiteX0" fmla="*/ 0 w 1737401"/>
                <a:gd name="connsiteY0" fmla="*/ 0 h 959536"/>
                <a:gd name="connsiteX1" fmla="*/ 123825 w 1737401"/>
                <a:gd name="connsiteY1" fmla="*/ 0 h 959536"/>
                <a:gd name="connsiteX2" fmla="*/ 123825 w 1737401"/>
                <a:gd name="connsiteY2" fmla="*/ 790277 h 959536"/>
                <a:gd name="connsiteX3" fmla="*/ 1490095 w 1737401"/>
                <a:gd name="connsiteY3" fmla="*/ 0 h 959536"/>
                <a:gd name="connsiteX4" fmla="*/ 1737401 w 1737401"/>
                <a:gd name="connsiteY4" fmla="*/ 0 h 959536"/>
                <a:gd name="connsiteX5" fmla="*/ 92869 w 1737401"/>
                <a:gd name="connsiteY5" fmla="*/ 951249 h 959536"/>
                <a:gd name="connsiteX6" fmla="*/ 61913 w 1737401"/>
                <a:gd name="connsiteY6" fmla="*/ 959536 h 959536"/>
                <a:gd name="connsiteX7" fmla="*/ 0 w 1737401"/>
                <a:gd name="connsiteY7" fmla="*/ 897624 h 959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37401" h="959536">
                  <a:moveTo>
                    <a:pt x="0" y="0"/>
                  </a:moveTo>
                  <a:lnTo>
                    <a:pt x="123825" y="0"/>
                  </a:lnTo>
                  <a:lnTo>
                    <a:pt x="123825" y="790277"/>
                  </a:lnTo>
                  <a:lnTo>
                    <a:pt x="1490095" y="0"/>
                  </a:lnTo>
                  <a:lnTo>
                    <a:pt x="1737401" y="0"/>
                  </a:lnTo>
                  <a:lnTo>
                    <a:pt x="92869" y="951249"/>
                  </a:lnTo>
                  <a:cubicBezTo>
                    <a:pt x="83458" y="956688"/>
                    <a:pt x="72780" y="959546"/>
                    <a:pt x="61913" y="959536"/>
                  </a:cubicBezTo>
                  <a:cubicBezTo>
                    <a:pt x="27719" y="959536"/>
                    <a:pt x="0" y="931818"/>
                    <a:pt x="0" y="897624"/>
                  </a:cubicBezTo>
                  <a:close/>
                </a:path>
              </a:pathLst>
            </a:custGeom>
            <a:solidFill>
              <a:schemeClr val="accent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" name="Freeform: Shape 13">
              <a:extLst>
                <a:ext uri="{FF2B5EF4-FFF2-40B4-BE49-F238E27FC236}">
                  <a16:creationId xmlns:a16="http://schemas.microsoft.com/office/drawing/2014/main" id="{51E534EE-E0F1-2BD9-9A82-7656B90A2D9D}"/>
                </a:ext>
              </a:extLst>
            </p:cNvPr>
            <p:cNvSpPr/>
            <p:nvPr userDrawn="1"/>
          </p:nvSpPr>
          <p:spPr>
            <a:xfrm>
              <a:off x="6234405" y="7460"/>
              <a:ext cx="849328" cy="357668"/>
            </a:xfrm>
            <a:custGeom>
              <a:avLst/>
              <a:gdLst>
                <a:gd name="connsiteX0" fmla="*/ 0 w 1135066"/>
                <a:gd name="connsiteY0" fmla="*/ 0 h 477997"/>
                <a:gd name="connsiteX1" fmla="*/ 1135066 w 1135066"/>
                <a:gd name="connsiteY1" fmla="*/ 0 h 477997"/>
                <a:gd name="connsiteX2" fmla="*/ 1133370 w 1135066"/>
                <a:gd name="connsiteY2" fmla="*/ 16827 h 477997"/>
                <a:gd name="connsiteX3" fmla="*/ 567533 w 1135066"/>
                <a:gd name="connsiteY3" fmla="*/ 477997 h 477997"/>
                <a:gd name="connsiteX4" fmla="*/ 1696 w 1135066"/>
                <a:gd name="connsiteY4" fmla="*/ 16827 h 477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5066" h="477997">
                  <a:moveTo>
                    <a:pt x="0" y="0"/>
                  </a:moveTo>
                  <a:lnTo>
                    <a:pt x="1135066" y="0"/>
                  </a:lnTo>
                  <a:lnTo>
                    <a:pt x="1133370" y="16827"/>
                  </a:lnTo>
                  <a:cubicBezTo>
                    <a:pt x="1079514" y="280016"/>
                    <a:pt x="846644" y="477997"/>
                    <a:pt x="567533" y="477997"/>
                  </a:cubicBezTo>
                  <a:cubicBezTo>
                    <a:pt x="288422" y="477997"/>
                    <a:pt x="55552" y="280016"/>
                    <a:pt x="1696" y="16827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8437"/>
            <a:ext cx="5257800" cy="2324046"/>
          </a:xfrm>
        </p:spPr>
        <p:txBody>
          <a:bodyPr anchor="b" anchorCtr="0">
            <a:noAutofit/>
          </a:bodyPr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813049-5F46-053E-6279-8183259649A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0" y="2657316"/>
            <a:ext cx="5257800" cy="3369858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800"/>
              </a:spcAft>
              <a:buNone/>
              <a:defRPr sz="1800"/>
            </a:lvl1pPr>
            <a:lvl2pPr marL="742950" indent="-2857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600"/>
            </a:lvl2pPr>
            <a:lvl3pPr marL="1200150" indent="-2857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400"/>
            </a:lvl3pPr>
            <a:lvl4pPr marL="1543050" indent="-1714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200"/>
            </a:lvl4pPr>
            <a:lvl5pPr marL="2000250" indent="-1714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BC013AD6-0EF3-2B25-DDBD-2DF706123AE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413114" y="845068"/>
            <a:ext cx="5193792" cy="5193792"/>
          </a:xfrm>
          <a:prstGeom prst="ellipse">
            <a:avLst/>
          </a:prstGeo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4/14/2025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54381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521BD3DB-6F51-C1AE-FF0E-D0BDCB55F3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23536" y="2"/>
            <a:ext cx="11220225" cy="6857998"/>
            <a:chOff x="123536" y="2"/>
            <a:chExt cx="11220225" cy="6857998"/>
          </a:xfrm>
        </p:grpSpPr>
        <p:sp>
          <p:nvSpPr>
            <p:cNvPr id="12" name="Freeform: Shape 7">
              <a:extLst>
                <a:ext uri="{FF2B5EF4-FFF2-40B4-BE49-F238E27FC236}">
                  <a16:creationId xmlns:a16="http://schemas.microsoft.com/office/drawing/2014/main" id="{59903C17-0733-BE0C-7392-283FEC2E98B0}"/>
                </a:ext>
              </a:extLst>
            </p:cNvPr>
            <p:cNvSpPr/>
            <p:nvPr/>
          </p:nvSpPr>
          <p:spPr>
            <a:xfrm flipH="1">
              <a:off x="123536" y="5717905"/>
              <a:ext cx="1771609" cy="1140095"/>
            </a:xfrm>
            <a:custGeom>
              <a:avLst/>
              <a:gdLst>
                <a:gd name="connsiteX0" fmla="*/ 1561721 w 1771609"/>
                <a:gd name="connsiteY0" fmla="*/ 763041 h 1140095"/>
                <a:gd name="connsiteX1" fmla="*/ 1623024 w 1771609"/>
                <a:gd name="connsiteY1" fmla="*/ 792810 h 1140095"/>
                <a:gd name="connsiteX2" fmla="*/ 1711735 w 1771609"/>
                <a:gd name="connsiteY2" fmla="*/ 970132 h 1140095"/>
                <a:gd name="connsiteX3" fmla="*/ 1771609 w 1771609"/>
                <a:gd name="connsiteY3" fmla="*/ 1140095 h 1140095"/>
                <a:gd name="connsiteX4" fmla="*/ 1637225 w 1771609"/>
                <a:gd name="connsiteY4" fmla="*/ 1140095 h 1140095"/>
                <a:gd name="connsiteX5" fmla="*/ 1594820 w 1771609"/>
                <a:gd name="connsiteY5" fmla="*/ 1019711 h 1140095"/>
                <a:gd name="connsiteX6" fmla="*/ 1513200 w 1771609"/>
                <a:gd name="connsiteY6" fmla="*/ 856627 h 1140095"/>
                <a:gd name="connsiteX7" fmla="*/ 1538499 w 1771609"/>
                <a:gd name="connsiteY7" fmla="*/ 770415 h 1140095"/>
                <a:gd name="connsiteX8" fmla="*/ 1561721 w 1771609"/>
                <a:gd name="connsiteY8" fmla="*/ 763041 h 1140095"/>
                <a:gd name="connsiteX9" fmla="*/ 933455 w 1771609"/>
                <a:gd name="connsiteY9" fmla="*/ 161309 h 1140095"/>
                <a:gd name="connsiteX10" fmla="*/ 957797 w 1771609"/>
                <a:gd name="connsiteY10" fmla="*/ 167970 h 1140095"/>
                <a:gd name="connsiteX11" fmla="*/ 1286982 w 1771609"/>
                <a:gd name="connsiteY11" fmla="*/ 387616 h 1140095"/>
                <a:gd name="connsiteX12" fmla="*/ 1293725 w 1771609"/>
                <a:gd name="connsiteY12" fmla="*/ 477075 h 1140095"/>
                <a:gd name="connsiteX13" fmla="*/ 1245453 w 1771609"/>
                <a:gd name="connsiteY13" fmla="*/ 499154 h 1140095"/>
                <a:gd name="connsiteX14" fmla="*/ 1245167 w 1771609"/>
                <a:gd name="connsiteY14" fmla="*/ 499154 h 1140095"/>
                <a:gd name="connsiteX15" fmla="*/ 1203638 w 1771609"/>
                <a:gd name="connsiteY15" fmla="*/ 484104 h 1140095"/>
                <a:gd name="connsiteX16" fmla="*/ 900647 w 1771609"/>
                <a:gd name="connsiteY16" fmla="*/ 281508 h 1140095"/>
                <a:gd name="connsiteX17" fmla="*/ 872454 w 1771609"/>
                <a:gd name="connsiteY17" fmla="*/ 196164 h 1140095"/>
                <a:gd name="connsiteX18" fmla="*/ 933455 w 1771609"/>
                <a:gd name="connsiteY18" fmla="*/ 161309 h 1140095"/>
                <a:gd name="connsiteX19" fmla="*/ 256260 w 1771609"/>
                <a:gd name="connsiteY19" fmla="*/ 29 h 1140095"/>
                <a:gd name="connsiteX20" fmla="*/ 454020 w 1771609"/>
                <a:gd name="connsiteY20" fmla="*/ 13474 h 1140095"/>
                <a:gd name="connsiteX21" fmla="*/ 509236 w 1771609"/>
                <a:gd name="connsiteY21" fmla="*/ 84182 h 1140095"/>
                <a:gd name="connsiteX22" fmla="*/ 445829 w 1771609"/>
                <a:gd name="connsiteY22" fmla="*/ 139871 h 1140095"/>
                <a:gd name="connsiteX23" fmla="*/ 437447 w 1771609"/>
                <a:gd name="connsiteY23" fmla="*/ 139395 h 1140095"/>
                <a:gd name="connsiteX24" fmla="*/ 73211 w 1771609"/>
                <a:gd name="connsiteY24" fmla="*/ 137204 h 1140095"/>
                <a:gd name="connsiteX25" fmla="*/ 749 w 1771609"/>
                <a:gd name="connsiteY25" fmla="*/ 84082 h 1140095"/>
                <a:gd name="connsiteX26" fmla="*/ 53871 w 1771609"/>
                <a:gd name="connsiteY26" fmla="*/ 11621 h 1140095"/>
                <a:gd name="connsiteX27" fmla="*/ 58352 w 1771609"/>
                <a:gd name="connsiteY27" fmla="*/ 11093 h 1140095"/>
                <a:gd name="connsiteX28" fmla="*/ 256260 w 1771609"/>
                <a:gd name="connsiteY28" fmla="*/ 29 h 11400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771609" h="1140095">
                  <a:moveTo>
                    <a:pt x="1561721" y="763041"/>
                  </a:moveTo>
                  <a:cubicBezTo>
                    <a:pt x="1585506" y="760324"/>
                    <a:pt x="1609722" y="771249"/>
                    <a:pt x="1623024" y="792810"/>
                  </a:cubicBezTo>
                  <a:cubicBezTo>
                    <a:pt x="1656300" y="850065"/>
                    <a:pt x="1685920" y="909291"/>
                    <a:pt x="1711735" y="970132"/>
                  </a:cubicBezTo>
                  <a:lnTo>
                    <a:pt x="1771609" y="1140095"/>
                  </a:lnTo>
                  <a:lnTo>
                    <a:pt x="1637225" y="1140095"/>
                  </a:lnTo>
                  <a:lnTo>
                    <a:pt x="1594820" y="1019711"/>
                  </a:lnTo>
                  <a:cubicBezTo>
                    <a:pt x="1571072" y="963753"/>
                    <a:pt x="1543818" y="909282"/>
                    <a:pt x="1513200" y="856627"/>
                  </a:cubicBezTo>
                  <a:cubicBezTo>
                    <a:pt x="1496379" y="825834"/>
                    <a:pt x="1507704" y="787236"/>
                    <a:pt x="1538499" y="770415"/>
                  </a:cubicBezTo>
                  <a:cubicBezTo>
                    <a:pt x="1545912" y="766367"/>
                    <a:pt x="1553792" y="763946"/>
                    <a:pt x="1561721" y="763041"/>
                  </a:cubicBezTo>
                  <a:close/>
                  <a:moveTo>
                    <a:pt x="933455" y="161309"/>
                  </a:moveTo>
                  <a:cubicBezTo>
                    <a:pt x="941693" y="161855"/>
                    <a:pt x="949959" y="164025"/>
                    <a:pt x="957797" y="167970"/>
                  </a:cubicBezTo>
                  <a:cubicBezTo>
                    <a:pt x="1076184" y="227289"/>
                    <a:pt x="1186759" y="301068"/>
                    <a:pt x="1286982" y="387616"/>
                  </a:cubicBezTo>
                  <a:cubicBezTo>
                    <a:pt x="1313547" y="410457"/>
                    <a:pt x="1316566" y="450510"/>
                    <a:pt x="1293725" y="477075"/>
                  </a:cubicBezTo>
                  <a:cubicBezTo>
                    <a:pt x="1281638" y="491137"/>
                    <a:pt x="1263998" y="499204"/>
                    <a:pt x="1245453" y="499154"/>
                  </a:cubicBezTo>
                  <a:lnTo>
                    <a:pt x="1245167" y="499154"/>
                  </a:lnTo>
                  <a:cubicBezTo>
                    <a:pt x="1229965" y="499301"/>
                    <a:pt x="1215220" y="493956"/>
                    <a:pt x="1203638" y="484104"/>
                  </a:cubicBezTo>
                  <a:cubicBezTo>
                    <a:pt x="1111407" y="404300"/>
                    <a:pt x="1009633" y="336248"/>
                    <a:pt x="900647" y="281508"/>
                  </a:cubicBezTo>
                  <a:cubicBezTo>
                    <a:pt x="869295" y="265726"/>
                    <a:pt x="856672" y="227516"/>
                    <a:pt x="872454" y="196164"/>
                  </a:cubicBezTo>
                  <a:cubicBezTo>
                    <a:pt x="884290" y="172650"/>
                    <a:pt x="908742" y="159670"/>
                    <a:pt x="933455" y="161309"/>
                  </a:cubicBezTo>
                  <a:close/>
                  <a:moveTo>
                    <a:pt x="256260" y="29"/>
                  </a:moveTo>
                  <a:cubicBezTo>
                    <a:pt x="322331" y="427"/>
                    <a:pt x="388378" y="4909"/>
                    <a:pt x="454020" y="13474"/>
                  </a:cubicBezTo>
                  <a:cubicBezTo>
                    <a:pt x="488793" y="17752"/>
                    <a:pt x="513514" y="49409"/>
                    <a:pt x="509236" y="84182"/>
                  </a:cubicBezTo>
                  <a:cubicBezTo>
                    <a:pt x="505303" y="116151"/>
                    <a:pt x="478038" y="140098"/>
                    <a:pt x="445829" y="139871"/>
                  </a:cubicBezTo>
                  <a:cubicBezTo>
                    <a:pt x="443027" y="139899"/>
                    <a:pt x="440227" y="139740"/>
                    <a:pt x="437447" y="139395"/>
                  </a:cubicBezTo>
                  <a:cubicBezTo>
                    <a:pt x="316592" y="123615"/>
                    <a:pt x="194247" y="122878"/>
                    <a:pt x="73211" y="137204"/>
                  </a:cubicBezTo>
                  <a:cubicBezTo>
                    <a:pt x="38532" y="142545"/>
                    <a:pt x="6090" y="118762"/>
                    <a:pt x="749" y="84082"/>
                  </a:cubicBezTo>
                  <a:cubicBezTo>
                    <a:pt x="-4591" y="49403"/>
                    <a:pt x="19192" y="16961"/>
                    <a:pt x="53871" y="11621"/>
                  </a:cubicBezTo>
                  <a:cubicBezTo>
                    <a:pt x="55358" y="11392"/>
                    <a:pt x="56852" y="11216"/>
                    <a:pt x="58352" y="11093"/>
                  </a:cubicBezTo>
                  <a:cubicBezTo>
                    <a:pt x="124093" y="3319"/>
                    <a:pt x="190189" y="-369"/>
                    <a:pt x="256260" y="29"/>
                  </a:cubicBezTo>
                  <a:close/>
                </a:path>
              </a:pathLst>
            </a:custGeom>
            <a:solidFill>
              <a:schemeClr val="accent5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Freeform: Shape 1">
              <a:extLst>
                <a:ext uri="{FF2B5EF4-FFF2-40B4-BE49-F238E27FC236}">
                  <a16:creationId xmlns:a16="http://schemas.microsoft.com/office/drawing/2014/main" id="{898A3450-9C87-13ED-79CC-F4F65D14FF72}"/>
                </a:ext>
              </a:extLst>
            </p:cNvPr>
            <p:cNvSpPr/>
            <p:nvPr userDrawn="1"/>
          </p:nvSpPr>
          <p:spPr>
            <a:xfrm>
              <a:off x="10494433" y="2"/>
              <a:ext cx="849328" cy="357668"/>
            </a:xfrm>
            <a:custGeom>
              <a:avLst/>
              <a:gdLst>
                <a:gd name="connsiteX0" fmla="*/ 0 w 1135066"/>
                <a:gd name="connsiteY0" fmla="*/ 0 h 477997"/>
                <a:gd name="connsiteX1" fmla="*/ 1135066 w 1135066"/>
                <a:gd name="connsiteY1" fmla="*/ 0 h 477997"/>
                <a:gd name="connsiteX2" fmla="*/ 1133370 w 1135066"/>
                <a:gd name="connsiteY2" fmla="*/ 16827 h 477997"/>
                <a:gd name="connsiteX3" fmla="*/ 567533 w 1135066"/>
                <a:gd name="connsiteY3" fmla="*/ 477997 h 477997"/>
                <a:gd name="connsiteX4" fmla="*/ 1696 w 1135066"/>
                <a:gd name="connsiteY4" fmla="*/ 16827 h 477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5066" h="477997">
                  <a:moveTo>
                    <a:pt x="0" y="0"/>
                  </a:moveTo>
                  <a:lnTo>
                    <a:pt x="1135066" y="0"/>
                  </a:lnTo>
                  <a:lnTo>
                    <a:pt x="1133370" y="16827"/>
                  </a:lnTo>
                  <a:cubicBezTo>
                    <a:pt x="1079514" y="280016"/>
                    <a:pt x="846644" y="477997"/>
                    <a:pt x="567533" y="477997"/>
                  </a:cubicBezTo>
                  <a:cubicBezTo>
                    <a:pt x="288422" y="477997"/>
                    <a:pt x="55552" y="280016"/>
                    <a:pt x="1696" y="16827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anchor="ctr" anchorCtr="0">
            <a:noAutofit/>
          </a:bodyPr>
          <a:lstStyle>
            <a:lvl1pPr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813049-5F46-053E-6279-8183259649A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2882462" cy="4297678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800"/>
              </a:spcAft>
              <a:buNone/>
              <a:defRPr sz="1800"/>
            </a:lvl1pPr>
            <a:lvl2pPr marL="742950" indent="-2857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600"/>
            </a:lvl2pPr>
            <a:lvl3pPr marL="1200150" indent="-2857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400"/>
            </a:lvl3pPr>
            <a:lvl4pPr marL="1543050" indent="-1714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200"/>
            </a:lvl4pPr>
            <a:lvl5pPr marL="2000250" indent="-1714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423FEB60-8FB5-7F10-EDD7-8AB4B3139EF6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4038599" y="1825625"/>
            <a:ext cx="7315199" cy="4297680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</a:lstStyle>
          <a:p>
            <a:r>
              <a:rPr lang="en-US" dirty="0"/>
              <a:t>Click icon to add table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4/14/2025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8150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D9FE4C84-13A1-72EA-6541-7C8FDDEA71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61563" y="5800859"/>
            <a:ext cx="692016" cy="692016"/>
          </a:xfrm>
          <a:prstGeom prst="rect">
            <a:avLst/>
          </a:prstGeom>
          <a:noFill/>
          <a:ln w="127000">
            <a:solidFill>
              <a:schemeClr val="accent6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30468883-4E51-D3BD-E1C6-601ED9B6E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21438747" flipV="1">
            <a:off x="7967025" y="2530995"/>
            <a:ext cx="4021193" cy="4021193"/>
          </a:xfrm>
          <a:prstGeom prst="arc">
            <a:avLst>
              <a:gd name="adj1" fmla="val 16200000"/>
              <a:gd name="adj2" fmla="val 20093138"/>
            </a:avLst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Freeform 9">
            <a:extLst>
              <a:ext uri="{FF2B5EF4-FFF2-40B4-BE49-F238E27FC236}">
                <a16:creationId xmlns:a16="http://schemas.microsoft.com/office/drawing/2014/main" id="{111AEF3F-9A86-45CE-4817-E3E6863DC0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11764789" y="390570"/>
            <a:ext cx="437721" cy="797078"/>
          </a:xfrm>
          <a:custGeom>
            <a:avLst/>
            <a:gdLst>
              <a:gd name="connsiteX0" fmla="*/ 28069 w 437721"/>
              <a:gd name="connsiteY0" fmla="*/ 0 h 797078"/>
              <a:gd name="connsiteX1" fmla="*/ 437721 w 437721"/>
              <a:gd name="connsiteY1" fmla="*/ 398539 h 797078"/>
              <a:gd name="connsiteX2" fmla="*/ 28069 w 437721"/>
              <a:gd name="connsiteY2" fmla="*/ 797078 h 797078"/>
              <a:gd name="connsiteX3" fmla="*/ 0 w 437721"/>
              <a:gd name="connsiteY3" fmla="*/ 794325 h 797078"/>
              <a:gd name="connsiteX4" fmla="*/ 0 w 437721"/>
              <a:gd name="connsiteY4" fmla="*/ 2753 h 797078"/>
              <a:gd name="connsiteX5" fmla="*/ 28069 w 437721"/>
              <a:gd name="connsiteY5" fmla="*/ 0 h 797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37721" h="797078">
                <a:moveTo>
                  <a:pt x="28069" y="0"/>
                </a:moveTo>
                <a:cubicBezTo>
                  <a:pt x="254314" y="0"/>
                  <a:pt x="437721" y="178432"/>
                  <a:pt x="437721" y="398539"/>
                </a:cubicBezTo>
                <a:cubicBezTo>
                  <a:pt x="437721" y="618646"/>
                  <a:pt x="254314" y="797078"/>
                  <a:pt x="28069" y="797078"/>
                </a:cubicBezTo>
                <a:lnTo>
                  <a:pt x="0" y="794325"/>
                </a:lnTo>
                <a:lnTo>
                  <a:pt x="0" y="2753"/>
                </a:lnTo>
                <a:lnTo>
                  <a:pt x="28069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anchor="ctr" anchorCtr="0">
            <a:noAutofit/>
          </a:bodyPr>
          <a:lstStyle>
            <a:lvl1pPr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F5A792C8-BB21-CDAF-668C-C1EFF45540C6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838200" y="1825625"/>
            <a:ext cx="6934200" cy="4297680"/>
          </a:xfrm>
          <a:noFill/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spcBef>
                <a:spcPts val="1000"/>
              </a:spcBef>
              <a:spcAft>
                <a:spcPts val="800"/>
              </a:spcAft>
              <a:buNone/>
              <a:defRPr sz="1800"/>
            </a:lvl1pPr>
            <a:lvl2pPr>
              <a:spcBef>
                <a:spcPts val="500"/>
              </a:spcBef>
              <a:spcAft>
                <a:spcPts val="800"/>
              </a:spcAft>
              <a:buClr>
                <a:schemeClr val="accent2"/>
              </a:buClr>
              <a:defRPr sz="1800"/>
            </a:lvl2pPr>
            <a:lvl3pPr>
              <a:spcBef>
                <a:spcPts val="1000"/>
              </a:spcBef>
              <a:buClr>
                <a:schemeClr val="accent2"/>
              </a:buClr>
              <a:defRPr sz="1800"/>
            </a:lvl3pPr>
            <a:lvl4pPr>
              <a:spcBef>
                <a:spcPts val="1000"/>
              </a:spcBef>
              <a:buClr>
                <a:schemeClr val="accent2"/>
              </a:buClr>
              <a:defRPr sz="1800"/>
            </a:lvl4pPr>
            <a:lvl5pPr>
              <a:spcBef>
                <a:spcPts val="1000"/>
              </a:spcBef>
              <a:buClr>
                <a:schemeClr val="accent2"/>
              </a:buClr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US" sz="1800" dirty="0">
              <a:latin typeface="Avenir Next LT Pro" panose="020B0504020202020204" pitchFamily="34" charset="77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DFB03A-367B-9ADA-8071-E22871EC115F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7903029" y="1825625"/>
            <a:ext cx="3450771" cy="4297680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800"/>
              </a:spcAft>
              <a:buNone/>
              <a:defRPr sz="1800"/>
            </a:lvl1pPr>
            <a:lvl2pPr marL="742950" indent="-2857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600"/>
            </a:lvl2pPr>
            <a:lvl3pPr marL="1200150" indent="-2857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400"/>
            </a:lvl3pPr>
            <a:lvl4pPr marL="1543050" indent="-1714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200"/>
            </a:lvl4pPr>
            <a:lvl5pPr marL="2000250" indent="-1714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4/14/2025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7039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anchor="ctr" anchorCtr="0">
            <a:noAutofit/>
          </a:bodyPr>
          <a:lstStyle/>
          <a:p>
            <a:r>
              <a:rPr lang="en-US" dirty="0"/>
              <a:t>Click to add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4/14/2025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0CEAFE70-86D3-8690-31CA-F9A1FBA494D0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838199" y="1825625"/>
            <a:ext cx="10515600" cy="4297680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icon to add table</a:t>
            </a:r>
          </a:p>
        </p:txBody>
      </p:sp>
    </p:spTree>
    <p:extLst>
      <p:ext uri="{BB962C8B-B14F-4D97-AF65-F5344CB8AC3E}">
        <p14:creationId xmlns:p14="http://schemas.microsoft.com/office/powerpoint/2010/main" val="26260992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D7B7232D-F1A6-B6C3-3BBF-E834CC7CDC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5930138" cy="6858001"/>
            <a:chOff x="0" y="-1"/>
            <a:chExt cx="5930138" cy="6858001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0D306340-6BFD-FE3D-535B-B59C1C44EDDA}"/>
                </a:ext>
              </a:extLst>
            </p:cNvPr>
            <p:cNvSpPr/>
            <p:nvPr userDrawn="1"/>
          </p:nvSpPr>
          <p:spPr>
            <a:xfrm>
              <a:off x="383877" y="778462"/>
              <a:ext cx="5315035" cy="531503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" name="Freeform: Shape 11">
              <a:extLst>
                <a:ext uri="{FF2B5EF4-FFF2-40B4-BE49-F238E27FC236}">
                  <a16:creationId xmlns:a16="http://schemas.microsoft.com/office/drawing/2014/main" id="{338E6C4B-ABF3-8B7E-8DCF-A93F69C712B1}"/>
                </a:ext>
              </a:extLst>
            </p:cNvPr>
            <p:cNvSpPr/>
            <p:nvPr userDrawn="1"/>
          </p:nvSpPr>
          <p:spPr>
            <a:xfrm flipH="1">
              <a:off x="530529" y="0"/>
              <a:ext cx="1155142" cy="591009"/>
            </a:xfrm>
            <a:custGeom>
              <a:avLst/>
              <a:gdLst>
                <a:gd name="connsiteX0" fmla="*/ 1355 w 1155142"/>
                <a:gd name="connsiteY0" fmla="*/ 0 h 591009"/>
                <a:gd name="connsiteX1" fmla="*/ 1153787 w 1155142"/>
                <a:gd name="connsiteY1" fmla="*/ 0 h 591009"/>
                <a:gd name="connsiteX2" fmla="*/ 1155142 w 1155142"/>
                <a:gd name="connsiteY2" fmla="*/ 13438 h 591009"/>
                <a:gd name="connsiteX3" fmla="*/ 577571 w 1155142"/>
                <a:gd name="connsiteY3" fmla="*/ 591009 h 591009"/>
                <a:gd name="connsiteX4" fmla="*/ 0 w 1155142"/>
                <a:gd name="connsiteY4" fmla="*/ 13438 h 5910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55142" h="591009">
                  <a:moveTo>
                    <a:pt x="1355" y="0"/>
                  </a:moveTo>
                  <a:lnTo>
                    <a:pt x="1153787" y="0"/>
                  </a:lnTo>
                  <a:lnTo>
                    <a:pt x="1155142" y="13438"/>
                  </a:lnTo>
                  <a:cubicBezTo>
                    <a:pt x="1155142" y="332422"/>
                    <a:pt x="896555" y="591009"/>
                    <a:pt x="577571" y="591009"/>
                  </a:cubicBezTo>
                  <a:cubicBezTo>
                    <a:pt x="258587" y="591009"/>
                    <a:pt x="0" y="332422"/>
                    <a:pt x="0" y="1343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" name="Freeform: Shape 13">
              <a:extLst>
                <a:ext uri="{FF2B5EF4-FFF2-40B4-BE49-F238E27FC236}">
                  <a16:creationId xmlns:a16="http://schemas.microsoft.com/office/drawing/2014/main" id="{6F90F99F-B12A-E8F9-5A86-D76B201D6308}"/>
                </a:ext>
              </a:extLst>
            </p:cNvPr>
            <p:cNvSpPr/>
            <p:nvPr userDrawn="1"/>
          </p:nvSpPr>
          <p:spPr>
            <a:xfrm flipH="1">
              <a:off x="3961511" y="-1"/>
              <a:ext cx="1737401" cy="959536"/>
            </a:xfrm>
            <a:custGeom>
              <a:avLst/>
              <a:gdLst>
                <a:gd name="connsiteX0" fmla="*/ 0 w 1737401"/>
                <a:gd name="connsiteY0" fmla="*/ 0 h 959536"/>
                <a:gd name="connsiteX1" fmla="*/ 123825 w 1737401"/>
                <a:gd name="connsiteY1" fmla="*/ 0 h 959536"/>
                <a:gd name="connsiteX2" fmla="*/ 123825 w 1737401"/>
                <a:gd name="connsiteY2" fmla="*/ 790277 h 959536"/>
                <a:gd name="connsiteX3" fmla="*/ 1490095 w 1737401"/>
                <a:gd name="connsiteY3" fmla="*/ 0 h 959536"/>
                <a:gd name="connsiteX4" fmla="*/ 1737401 w 1737401"/>
                <a:gd name="connsiteY4" fmla="*/ 0 h 959536"/>
                <a:gd name="connsiteX5" fmla="*/ 92869 w 1737401"/>
                <a:gd name="connsiteY5" fmla="*/ 951249 h 959536"/>
                <a:gd name="connsiteX6" fmla="*/ 61913 w 1737401"/>
                <a:gd name="connsiteY6" fmla="*/ 959536 h 959536"/>
                <a:gd name="connsiteX7" fmla="*/ 0 w 1737401"/>
                <a:gd name="connsiteY7" fmla="*/ 897624 h 959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37401" h="959536">
                  <a:moveTo>
                    <a:pt x="0" y="0"/>
                  </a:moveTo>
                  <a:lnTo>
                    <a:pt x="123825" y="0"/>
                  </a:lnTo>
                  <a:lnTo>
                    <a:pt x="123825" y="790277"/>
                  </a:lnTo>
                  <a:lnTo>
                    <a:pt x="1490095" y="0"/>
                  </a:lnTo>
                  <a:lnTo>
                    <a:pt x="1737401" y="0"/>
                  </a:lnTo>
                  <a:lnTo>
                    <a:pt x="92869" y="951249"/>
                  </a:lnTo>
                  <a:cubicBezTo>
                    <a:pt x="83458" y="956688"/>
                    <a:pt x="72780" y="959546"/>
                    <a:pt x="61913" y="959536"/>
                  </a:cubicBezTo>
                  <a:cubicBezTo>
                    <a:pt x="27719" y="959536"/>
                    <a:pt x="0" y="931818"/>
                    <a:pt x="0" y="897624"/>
                  </a:cubicBezTo>
                  <a:close/>
                </a:path>
              </a:pathLst>
            </a:custGeom>
            <a:solidFill>
              <a:schemeClr val="accent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" name="Freeform: Shape 15">
              <a:extLst>
                <a:ext uri="{FF2B5EF4-FFF2-40B4-BE49-F238E27FC236}">
                  <a16:creationId xmlns:a16="http://schemas.microsoft.com/office/drawing/2014/main" id="{BFA99EFE-81BC-95EA-FA61-B7199AD98A74}"/>
                </a:ext>
              </a:extLst>
            </p:cNvPr>
            <p:cNvSpPr/>
            <p:nvPr userDrawn="1"/>
          </p:nvSpPr>
          <p:spPr>
            <a:xfrm flipH="1">
              <a:off x="0" y="2936831"/>
              <a:ext cx="159741" cy="552996"/>
            </a:xfrm>
            <a:custGeom>
              <a:avLst/>
              <a:gdLst>
                <a:gd name="connsiteX0" fmla="*/ 159741 w 159741"/>
                <a:gd name="connsiteY0" fmla="*/ 0 h 552996"/>
                <a:gd name="connsiteX1" fmla="*/ 159741 w 159741"/>
                <a:gd name="connsiteY1" fmla="*/ 552996 h 552996"/>
                <a:gd name="connsiteX2" fmla="*/ 141849 w 159741"/>
                <a:gd name="connsiteY2" fmla="*/ 543285 h 552996"/>
                <a:gd name="connsiteX3" fmla="*/ 0 w 159741"/>
                <a:gd name="connsiteY3" fmla="*/ 276498 h 552996"/>
                <a:gd name="connsiteX4" fmla="*/ 141849 w 159741"/>
                <a:gd name="connsiteY4" fmla="*/ 9711 h 5529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9741" h="552996">
                  <a:moveTo>
                    <a:pt x="159741" y="0"/>
                  </a:moveTo>
                  <a:lnTo>
                    <a:pt x="159741" y="552996"/>
                  </a:lnTo>
                  <a:lnTo>
                    <a:pt x="141849" y="543285"/>
                  </a:lnTo>
                  <a:cubicBezTo>
                    <a:pt x="56268" y="485467"/>
                    <a:pt x="0" y="387554"/>
                    <a:pt x="0" y="276498"/>
                  </a:cubicBezTo>
                  <a:cubicBezTo>
                    <a:pt x="0" y="165443"/>
                    <a:pt x="56268" y="67529"/>
                    <a:pt x="141849" y="9711"/>
                  </a:cubicBezTo>
                  <a:close/>
                </a:path>
              </a:pathLst>
            </a:custGeom>
            <a:solidFill>
              <a:schemeClr val="accent4"/>
            </a:solidFill>
            <a:ln w="1270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" name="Freeform: Shape 17">
              <a:extLst>
                <a:ext uri="{FF2B5EF4-FFF2-40B4-BE49-F238E27FC236}">
                  <a16:creationId xmlns:a16="http://schemas.microsoft.com/office/drawing/2014/main" id="{DD9FC028-D877-28FE-C646-DBD85D932641}"/>
                </a:ext>
              </a:extLst>
            </p:cNvPr>
            <p:cNvSpPr/>
            <p:nvPr userDrawn="1"/>
          </p:nvSpPr>
          <p:spPr>
            <a:xfrm flipH="1">
              <a:off x="0" y="5835649"/>
              <a:ext cx="1548180" cy="1022351"/>
            </a:xfrm>
            <a:custGeom>
              <a:avLst/>
              <a:gdLst>
                <a:gd name="connsiteX0" fmla="*/ 61913 w 1548180"/>
                <a:gd name="connsiteY0" fmla="*/ 0 h 1022351"/>
                <a:gd name="connsiteX1" fmla="*/ 1548180 w 1548180"/>
                <a:gd name="connsiteY1" fmla="*/ 0 h 1022351"/>
                <a:gd name="connsiteX2" fmla="*/ 1548180 w 1548180"/>
                <a:gd name="connsiteY2" fmla="*/ 123825 h 1022351"/>
                <a:gd name="connsiteX3" fmla="*/ 123825 w 1548180"/>
                <a:gd name="connsiteY3" fmla="*/ 123825 h 1022351"/>
                <a:gd name="connsiteX4" fmla="*/ 123825 w 1548180"/>
                <a:gd name="connsiteY4" fmla="*/ 1022351 h 1022351"/>
                <a:gd name="connsiteX5" fmla="*/ 0 w 1548180"/>
                <a:gd name="connsiteY5" fmla="*/ 1022351 h 1022351"/>
                <a:gd name="connsiteX6" fmla="*/ 0 w 1548180"/>
                <a:gd name="connsiteY6" fmla="*/ 61913 h 1022351"/>
                <a:gd name="connsiteX7" fmla="*/ 61913 w 1548180"/>
                <a:gd name="connsiteY7" fmla="*/ 0 h 102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548180" h="1022351">
                  <a:moveTo>
                    <a:pt x="61913" y="0"/>
                  </a:moveTo>
                  <a:lnTo>
                    <a:pt x="1548180" y="0"/>
                  </a:lnTo>
                  <a:lnTo>
                    <a:pt x="1548180" y="123825"/>
                  </a:lnTo>
                  <a:lnTo>
                    <a:pt x="123825" y="123825"/>
                  </a:lnTo>
                  <a:lnTo>
                    <a:pt x="123825" y="1022351"/>
                  </a:lnTo>
                  <a:lnTo>
                    <a:pt x="0" y="1022351"/>
                  </a:lnTo>
                  <a:lnTo>
                    <a:pt x="0" y="61913"/>
                  </a:lnTo>
                  <a:cubicBezTo>
                    <a:pt x="0" y="27719"/>
                    <a:pt x="27719" y="0"/>
                    <a:pt x="61913" y="0"/>
                  </a:cubicBezTo>
                  <a:close/>
                </a:path>
              </a:pathLst>
            </a:custGeom>
            <a:solidFill>
              <a:schemeClr val="accent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Freeform: Shape 21">
              <a:extLst>
                <a:ext uri="{FF2B5EF4-FFF2-40B4-BE49-F238E27FC236}">
                  <a16:creationId xmlns:a16="http://schemas.microsoft.com/office/drawing/2014/main" id="{AA0AFFE9-F0C2-BDA0-BF87-9977706AB6A8}"/>
                </a:ext>
              </a:extLst>
            </p:cNvPr>
            <p:cNvSpPr/>
            <p:nvPr userDrawn="1"/>
          </p:nvSpPr>
          <p:spPr>
            <a:xfrm flipH="1">
              <a:off x="4364198" y="6258755"/>
              <a:ext cx="1565940" cy="599245"/>
            </a:xfrm>
            <a:custGeom>
              <a:avLst/>
              <a:gdLst>
                <a:gd name="connsiteX0" fmla="*/ 782970 w 1565940"/>
                <a:gd name="connsiteY0" fmla="*/ 0 h 599245"/>
                <a:gd name="connsiteX1" fmla="*/ 1528042 w 1565940"/>
                <a:gd name="connsiteY1" fmla="*/ 480469 h 599245"/>
                <a:gd name="connsiteX2" fmla="*/ 1565940 w 1565940"/>
                <a:gd name="connsiteY2" fmla="*/ 599245 h 599245"/>
                <a:gd name="connsiteX3" fmla="*/ 0 w 1565940"/>
                <a:gd name="connsiteY3" fmla="*/ 599245 h 599245"/>
                <a:gd name="connsiteX4" fmla="*/ 37898 w 1565940"/>
                <a:gd name="connsiteY4" fmla="*/ 480469 h 599245"/>
                <a:gd name="connsiteX5" fmla="*/ 782970 w 1565940"/>
                <a:gd name="connsiteY5" fmla="*/ 0 h 599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65940" h="599245">
                  <a:moveTo>
                    <a:pt x="782970" y="0"/>
                  </a:moveTo>
                  <a:cubicBezTo>
                    <a:pt x="1117910" y="0"/>
                    <a:pt x="1405287" y="198118"/>
                    <a:pt x="1528042" y="480469"/>
                  </a:cubicBezTo>
                  <a:lnTo>
                    <a:pt x="1565940" y="599245"/>
                  </a:lnTo>
                  <a:lnTo>
                    <a:pt x="0" y="599245"/>
                  </a:lnTo>
                  <a:lnTo>
                    <a:pt x="37898" y="480469"/>
                  </a:lnTo>
                  <a:cubicBezTo>
                    <a:pt x="160653" y="198118"/>
                    <a:pt x="448030" y="0"/>
                    <a:pt x="78297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876" y="764502"/>
            <a:ext cx="5315035" cy="5328996"/>
          </a:xfrm>
        </p:spPr>
        <p:txBody>
          <a:bodyPr>
            <a:noAutofit/>
          </a:bodyPr>
          <a:lstStyle>
            <a:lvl1pPr algn="ctr">
              <a:defRPr sz="44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605455" y="755171"/>
            <a:ext cx="4619937" cy="5315035"/>
          </a:xfrm>
        </p:spPr>
        <p:txBody>
          <a:bodyPr anchor="ctr" anchorCtr="0">
            <a:normAutofit/>
          </a:bodyPr>
          <a:lstStyle>
            <a:lvl1pPr marL="0" indent="0">
              <a:spcBef>
                <a:spcPts val="1000"/>
              </a:spcBef>
              <a:spcAft>
                <a:spcPts val="800"/>
              </a:spcAft>
              <a:buNone/>
              <a:defRPr sz="2400"/>
            </a:lvl1pPr>
            <a:lvl2pPr marL="800100" indent="-34290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2000"/>
            </a:lvl2pPr>
            <a:lvl3pPr marL="1200150" indent="-2857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800"/>
            </a:lvl3pPr>
            <a:lvl4pPr marL="1657350" indent="-2857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600"/>
            </a:lvl4pPr>
            <a:lvl5pPr marL="2114550" indent="-2857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6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4/14/2025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29670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FD97564-C310-6E8C-8689-CE18881B4A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AD99FA-26D9-873B-BE7F-26FEC5C233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19819E-0266-97DD-DFD1-BAAA06AE323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6D8061D-18C3-4F4F-85EF-561633F58754}" type="datetimeFigureOut">
              <a:rPr lang="en-US" smtClean="0"/>
              <a:t>4/14/2025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FD19C9-01CE-9E2A-CDA5-C15940F055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801085-7B28-048D-E3D3-9C3614268D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59346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60" r:id="rId2"/>
    <p:sldLayoutId id="2147483658" r:id="rId3"/>
    <p:sldLayoutId id="2147483667" r:id="rId4"/>
    <p:sldLayoutId id="2147483650" r:id="rId5"/>
    <p:sldLayoutId id="2147483649" r:id="rId6"/>
    <p:sldLayoutId id="2147483662" r:id="rId7"/>
    <p:sldLayoutId id="2147483663" r:id="rId8"/>
    <p:sldLayoutId id="2147483652" r:id="rId9"/>
    <p:sldLayoutId id="2147483666" r:id="rId10"/>
    <p:sldLayoutId id="2147483664" r:id="rId11"/>
    <p:sldLayoutId id="2147483665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leetcode.com/problems/minimum-number-of-operations-to-make-elements-in-array-distinct/description/" TargetMode="Externa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leetcode.com/problems/majority-element/description/" TargetMode="Externa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5.png"/><Relationship Id="rId4" Type="http://schemas.openxmlformats.org/officeDocument/2006/relationships/hyperlink" Target="https://leetcode.com/problems/merge-sorted-array/description/" TargetMode="Externa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leetcode.com/problems/search-in-rotated-sorted-array/description/" TargetMode="Externa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leetcode.com/problems/pacific-atlantic-water-flow/description/" TargetMode="Externa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leetcode.com/problems/climbing-stairs/description/" TargetMode="Externa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.png"/><Relationship Id="rId4" Type="http://schemas.openxmlformats.org/officeDocument/2006/relationships/hyperlink" Target="https://leetcode.com/problems/coin-change/description/" TargetMode="Externa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9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0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9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9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0047101-8D42-6100-9CEA-AEC0FAEAB6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84474" y="2949739"/>
            <a:ext cx="6261291" cy="2396686"/>
          </a:xfrm>
          <a:noFill/>
        </p:spPr>
        <p:txBody>
          <a:bodyPr anchor="b">
            <a:noAutofit/>
          </a:bodyPr>
          <a:lstStyle/>
          <a:p>
            <a:r>
              <a:rPr lang="en-US" dirty="0"/>
              <a:t>Data Structure and Algorithm – PCCP</a:t>
            </a:r>
            <a:br>
              <a:rPr lang="en-US" dirty="0"/>
            </a:br>
            <a:br>
              <a:rPr lang="en-US" dirty="0"/>
            </a:br>
            <a:r>
              <a:rPr lang="en-US" sz="2400" dirty="0"/>
              <a:t>D&amp;A Team Tech Talk</a:t>
            </a:r>
            <a:br>
              <a:rPr lang="en-US" sz="2400" dirty="0"/>
            </a:br>
            <a:r>
              <a:rPr lang="en-US" sz="2400" dirty="0"/>
              <a:t>Speaker : Nguyen Thi Binh An </a:t>
            </a:r>
          </a:p>
        </p:txBody>
      </p:sp>
    </p:spTree>
    <p:extLst>
      <p:ext uri="{BB962C8B-B14F-4D97-AF65-F5344CB8AC3E}">
        <p14:creationId xmlns:p14="http://schemas.microsoft.com/office/powerpoint/2010/main" val="5174260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C2181D-911C-1343-7267-E35AC86CCA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957" y="1119031"/>
            <a:ext cx="4384736" cy="4619938"/>
          </a:xfrm>
          <a:noFill/>
        </p:spPr>
        <p:txBody>
          <a:bodyPr>
            <a:noAutofit/>
          </a:bodyPr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EA8735-F1DC-1DE6-0A38-429B2F660F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01708" y="554942"/>
            <a:ext cx="5552091" cy="5768220"/>
          </a:xfrm>
          <a:noFill/>
        </p:spPr>
        <p:txBody>
          <a:bodyPr>
            <a:normAutofit/>
          </a:bodyPr>
          <a:lstStyle/>
          <a:p>
            <a:r>
              <a:rPr lang="en-US" dirty="0"/>
              <a:t>Introduction</a:t>
            </a:r>
          </a:p>
          <a:p>
            <a:r>
              <a:rPr lang="en-US" dirty="0"/>
              <a:t>DSA Common Roadmap</a:t>
            </a:r>
          </a:p>
          <a:p>
            <a:r>
              <a:rPr lang="en-US" dirty="0"/>
              <a:t>PCCP Focused</a:t>
            </a:r>
          </a:p>
        </p:txBody>
      </p:sp>
    </p:spTree>
    <p:extLst>
      <p:ext uri="{BB962C8B-B14F-4D97-AF65-F5344CB8AC3E}">
        <p14:creationId xmlns:p14="http://schemas.microsoft.com/office/powerpoint/2010/main" val="39207244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463CB3-2956-E8D2-C23D-A3BAA7295D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15929" y="2001832"/>
            <a:ext cx="6560142" cy="3063149"/>
          </a:xfrm>
          <a:noFill/>
        </p:spPr>
        <p:txBody>
          <a:bodyPr/>
          <a:lstStyle/>
          <a:p>
            <a:r>
              <a:rPr lang="en-US" dirty="0"/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3630989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2513E45-4F5C-9394-1D42-7FB6C0170D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787" y="2186181"/>
            <a:ext cx="3802835" cy="1940557"/>
          </a:xfrm>
        </p:spPr>
        <p:txBody>
          <a:bodyPr anchor="b">
            <a:normAutofit/>
          </a:bodyPr>
          <a:lstStyle/>
          <a:p>
            <a:r>
              <a:rPr lang="en-US" dirty="0"/>
              <a:t>Who is </a:t>
            </a:r>
            <a:br>
              <a:rPr lang="en-US" dirty="0"/>
            </a:br>
            <a:r>
              <a:rPr lang="en-US" dirty="0"/>
              <a:t>involved ?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5C37F52-5C08-7C02-C9CA-E2AD930A95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84579" y="1940557"/>
            <a:ext cx="5507421" cy="2141482"/>
          </a:xfrm>
        </p:spPr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E3EB08-D81C-4C62-9210-6DA78D822F2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EA2995B-CC4A-45F4-BBB5-0B65662DEC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3034" y="1570838"/>
            <a:ext cx="2438400" cy="24384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2B54807-EA1C-4D57-A1F0-7B390557F2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8995" y="1643639"/>
            <a:ext cx="2438400" cy="24384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9F4D416-87B1-4EE0-8541-D0ADBD53989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20563" y="4126738"/>
            <a:ext cx="2438400" cy="243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39243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2513E45-4F5C-9394-1D42-7FB6C0170D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787" y="2186181"/>
            <a:ext cx="3802835" cy="1940557"/>
          </a:xfrm>
        </p:spPr>
        <p:txBody>
          <a:bodyPr anchor="b">
            <a:normAutofit/>
          </a:bodyPr>
          <a:lstStyle/>
          <a:p>
            <a:r>
              <a:rPr lang="en-US" dirty="0"/>
              <a:t>What is it?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E6D44F3-EF6F-4EFE-A423-172C764E9C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9885" y="3871624"/>
            <a:ext cx="2438400" cy="24384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F928067-620F-4888-BC4F-692C456B20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43204" y="1523337"/>
            <a:ext cx="1463040" cy="146304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A261564-4FEA-45C0-B5ED-1FA670B9F44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78449" y="1523337"/>
            <a:ext cx="1463040" cy="146304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546BD177-9166-43B9-BDCD-CD91F630345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07959" y="1634655"/>
            <a:ext cx="1463040" cy="146304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78F5D756-B19F-4BCF-BD57-9DFBCE1C9D3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44693" y="1634655"/>
            <a:ext cx="1463040" cy="146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46458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2513E45-4F5C-9394-1D42-7FB6C0170D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787" y="2186181"/>
            <a:ext cx="3802835" cy="1940557"/>
          </a:xfrm>
        </p:spPr>
        <p:txBody>
          <a:bodyPr anchor="b">
            <a:normAutofit/>
          </a:bodyPr>
          <a:lstStyle/>
          <a:p>
            <a:r>
              <a:rPr lang="en-US" dirty="0"/>
              <a:t>Where is </a:t>
            </a:r>
            <a:br>
              <a:rPr lang="en-US" dirty="0"/>
            </a:br>
            <a:r>
              <a:rPr lang="en-US" dirty="0"/>
              <a:t>applied ?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5C37F52-5C08-7C02-C9CA-E2AD930A95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84579" y="1940557"/>
            <a:ext cx="5507421" cy="2141482"/>
          </a:xfrm>
        </p:spPr>
        <p:txBody>
          <a:bodyPr>
            <a:normAutofit/>
          </a:bodyPr>
          <a:lstStyle/>
          <a:p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390C9F2-763B-458B-A8F9-DA52D83F7E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4455" y="1226154"/>
            <a:ext cx="1950720" cy="195072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0ABC1D5-326F-45F5-95E4-59A3B26E73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47660" y="1226154"/>
            <a:ext cx="1950720" cy="195072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7F1AA21-BBB7-4195-AB6B-B064F60AC14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4455" y="3924966"/>
            <a:ext cx="1950720" cy="195072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9C794AA-584B-45F8-9627-C6477C5BC4F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38289" y="3924966"/>
            <a:ext cx="1950720" cy="1950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60131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2513E45-4F5C-9394-1D42-7FB6C0170D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3008" y="2194132"/>
            <a:ext cx="3802835" cy="1940557"/>
          </a:xfrm>
        </p:spPr>
        <p:txBody>
          <a:bodyPr anchor="b">
            <a:normAutofit/>
          </a:bodyPr>
          <a:lstStyle/>
          <a:p>
            <a:r>
              <a:rPr lang="en-US" dirty="0"/>
              <a:t>When is used ?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93A6F41-2C0D-43F6-AD3F-11CAAF0EDB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348201"/>
            <a:ext cx="1950720" cy="195072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A568EB12-24B2-4398-B91B-BAB142B505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67451" y="1348201"/>
            <a:ext cx="1950720" cy="195072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8B3C987-9EEB-472E-AF34-0C1C2033AE0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3794097"/>
            <a:ext cx="1950720" cy="195072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534C896-99B1-4BF4-88FF-0C2A5D0CD59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46013" y="3794097"/>
            <a:ext cx="1950720" cy="1950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31542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2513E45-4F5C-9394-1D42-7FB6C0170D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3008" y="2194132"/>
            <a:ext cx="3802835" cy="1940557"/>
          </a:xfrm>
        </p:spPr>
        <p:txBody>
          <a:bodyPr anchor="b">
            <a:normAutofit/>
          </a:bodyPr>
          <a:lstStyle/>
          <a:p>
            <a:r>
              <a:rPr lang="en-US" dirty="0"/>
              <a:t>Why it needed?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56FF6E2-5C56-42FB-B550-12D5622D6E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0799" y="1218772"/>
            <a:ext cx="1950720" cy="195072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B1D04A0-35E6-4D5F-B2DC-EFC92E9E7A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48800" y="1364311"/>
            <a:ext cx="1950720" cy="195072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E304B98-6315-4335-B1AB-2E61E48F2DA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0799" y="3933908"/>
            <a:ext cx="1950720" cy="195072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EF3151E-36CF-444E-B363-76009B49727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48800" y="4086553"/>
            <a:ext cx="1950720" cy="1950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52399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463CB3-2956-E8D2-C23D-A3BAA7295D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15929" y="2001832"/>
            <a:ext cx="6560142" cy="3063149"/>
          </a:xfrm>
          <a:noFill/>
        </p:spPr>
        <p:txBody>
          <a:bodyPr/>
          <a:lstStyle/>
          <a:p>
            <a:r>
              <a:rPr lang="en-US" dirty="0"/>
              <a:t>DSA Common Roadmap</a:t>
            </a:r>
          </a:p>
        </p:txBody>
      </p:sp>
    </p:spTree>
    <p:extLst>
      <p:ext uri="{BB962C8B-B14F-4D97-AF65-F5344CB8AC3E}">
        <p14:creationId xmlns:p14="http://schemas.microsoft.com/office/powerpoint/2010/main" val="19971458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A9874B-BCA9-8420-1595-EDD1865A09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noFill/>
        </p:spPr>
        <p:txBody>
          <a:bodyPr anchor="ctr"/>
          <a:lstStyle/>
          <a:p>
            <a:r>
              <a:rPr lang="en-US" dirty="0"/>
              <a:t>Core Concepts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A5FD2B-E3E5-1C2B-0151-21F216B14A3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4915163" cy="4297680"/>
          </a:xfrm>
          <a:noFill/>
        </p:spPr>
        <p:txBody>
          <a:bodyPr>
            <a:normAutofit/>
          </a:bodyPr>
          <a:lstStyle/>
          <a:p>
            <a:r>
              <a:rPr lang="en-US" b="1" dirty="0"/>
              <a:t>Data Structures</a:t>
            </a:r>
          </a:p>
          <a:p>
            <a:pPr lvl="1"/>
            <a:r>
              <a:rPr lang="en-US" dirty="0"/>
              <a:t>Array</a:t>
            </a:r>
          </a:p>
          <a:p>
            <a:pPr lvl="1"/>
            <a:r>
              <a:rPr lang="en-US" dirty="0"/>
              <a:t>Stack / Queue</a:t>
            </a:r>
          </a:p>
          <a:p>
            <a:pPr lvl="1"/>
            <a:r>
              <a:rPr lang="en-US" dirty="0"/>
              <a:t>Hash Map </a:t>
            </a:r>
          </a:p>
          <a:p>
            <a:pPr lvl="1"/>
            <a:r>
              <a:rPr lang="en-US" dirty="0"/>
              <a:t>Graph</a:t>
            </a:r>
          </a:p>
          <a:p>
            <a:pPr lvl="1"/>
            <a:r>
              <a:rPr lang="en-US" dirty="0"/>
              <a:t>Tree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FBB810-3430-2C29-1AA0-9744AA0A1AA3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6147896" y="1816916"/>
            <a:ext cx="5212080" cy="4297680"/>
          </a:xfrm>
          <a:noFill/>
        </p:spPr>
        <p:txBody>
          <a:bodyPr>
            <a:normAutofit/>
          </a:bodyPr>
          <a:lstStyle/>
          <a:p>
            <a:r>
              <a:rPr lang="en-US" b="1" dirty="0"/>
              <a:t>Programing Skills</a:t>
            </a:r>
          </a:p>
          <a:p>
            <a:pPr lvl="1"/>
            <a:r>
              <a:rPr lang="en-US" dirty="0"/>
              <a:t>Logic Operations</a:t>
            </a:r>
          </a:p>
          <a:p>
            <a:pPr lvl="1"/>
            <a:r>
              <a:rPr lang="en-US" dirty="0"/>
              <a:t>Loop</a:t>
            </a:r>
          </a:p>
          <a:p>
            <a:pPr lvl="1"/>
            <a:r>
              <a:rPr lang="en-US" dirty="0"/>
              <a:t>Conditional</a:t>
            </a:r>
          </a:p>
          <a:p>
            <a:pPr lvl="1"/>
            <a:r>
              <a:rPr lang="en-US" dirty="0"/>
              <a:t>Function</a:t>
            </a:r>
          </a:p>
          <a:p>
            <a:pPr lvl="1"/>
            <a:r>
              <a:rPr lang="en-US" dirty="0"/>
              <a:t>Pointer</a:t>
            </a:r>
          </a:p>
          <a:p>
            <a:pPr marL="0" lvl="1" indent="0">
              <a:buNone/>
            </a:pPr>
            <a:r>
              <a:rPr lang="en-US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1276497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Data Structures and Algorithms: Big O Notation">
            <a:extLst>
              <a:ext uri="{FF2B5EF4-FFF2-40B4-BE49-F238E27FC236}">
                <a16:creationId xmlns:a16="http://schemas.microsoft.com/office/drawing/2014/main" id="{0F669DCD-89A8-434E-9A33-4E28DCCD983C}"/>
              </a:ext>
            </a:extLst>
          </p:cNvPr>
          <p:cNvPicPr>
            <a:picLocks noGrp="1" noChangeAspect="1" noChangeArrowheads="1"/>
          </p:cNvPicPr>
          <p:nvPr>
            <p:ph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5667" y="1838325"/>
            <a:ext cx="7617178" cy="42846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0E7E1133-4D57-4ED4-A9B0-09597D2418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noFill/>
        </p:spPr>
        <p:txBody>
          <a:bodyPr anchor="ctr"/>
          <a:lstStyle/>
          <a:p>
            <a:r>
              <a:rPr lang="en-US" altLang="ko-KR" dirty="0"/>
              <a:t>Core Concepts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66746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665EA1-F5E2-411D-8C66-3D7E5028A7CE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8DE158F-21F9-4671-A59C-C21A8857EA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FF1DE2C-31CE-4166-842E-A076780911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9672"/>
            <a:ext cx="12192000" cy="6778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49206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0E7E1133-4D57-4ED4-A9B0-09597D2418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noFill/>
        </p:spPr>
        <p:txBody>
          <a:bodyPr anchor="ctr"/>
          <a:lstStyle/>
          <a:p>
            <a:r>
              <a:rPr lang="en-US" altLang="ko-KR" dirty="0"/>
              <a:t>Simple Demo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3F0F476-CD9F-4685-8FF7-55158A8CBB11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733313220"/>
              </p:ext>
            </p:extLst>
          </p:nvPr>
        </p:nvGraphicFramePr>
        <p:xfrm>
          <a:off x="1030526" y="1838325"/>
          <a:ext cx="4006060" cy="370840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400606">
                  <a:extLst>
                    <a:ext uri="{9D8B030D-6E8A-4147-A177-3AD203B41FA5}">
                      <a16:colId xmlns:a16="http://schemas.microsoft.com/office/drawing/2014/main" val="2133637404"/>
                    </a:ext>
                  </a:extLst>
                </a:gridCol>
                <a:gridCol w="400606">
                  <a:extLst>
                    <a:ext uri="{9D8B030D-6E8A-4147-A177-3AD203B41FA5}">
                      <a16:colId xmlns:a16="http://schemas.microsoft.com/office/drawing/2014/main" val="3982659661"/>
                    </a:ext>
                  </a:extLst>
                </a:gridCol>
                <a:gridCol w="400606">
                  <a:extLst>
                    <a:ext uri="{9D8B030D-6E8A-4147-A177-3AD203B41FA5}">
                      <a16:colId xmlns:a16="http://schemas.microsoft.com/office/drawing/2014/main" val="2940456290"/>
                    </a:ext>
                  </a:extLst>
                </a:gridCol>
                <a:gridCol w="400606">
                  <a:extLst>
                    <a:ext uri="{9D8B030D-6E8A-4147-A177-3AD203B41FA5}">
                      <a16:colId xmlns:a16="http://schemas.microsoft.com/office/drawing/2014/main" val="2079405263"/>
                    </a:ext>
                  </a:extLst>
                </a:gridCol>
                <a:gridCol w="400606">
                  <a:extLst>
                    <a:ext uri="{9D8B030D-6E8A-4147-A177-3AD203B41FA5}">
                      <a16:colId xmlns:a16="http://schemas.microsoft.com/office/drawing/2014/main" val="622413185"/>
                    </a:ext>
                  </a:extLst>
                </a:gridCol>
                <a:gridCol w="400606">
                  <a:extLst>
                    <a:ext uri="{9D8B030D-6E8A-4147-A177-3AD203B41FA5}">
                      <a16:colId xmlns:a16="http://schemas.microsoft.com/office/drawing/2014/main" val="1121459005"/>
                    </a:ext>
                  </a:extLst>
                </a:gridCol>
                <a:gridCol w="400606">
                  <a:extLst>
                    <a:ext uri="{9D8B030D-6E8A-4147-A177-3AD203B41FA5}">
                      <a16:colId xmlns:a16="http://schemas.microsoft.com/office/drawing/2014/main" val="2094420737"/>
                    </a:ext>
                  </a:extLst>
                </a:gridCol>
                <a:gridCol w="400606">
                  <a:extLst>
                    <a:ext uri="{9D8B030D-6E8A-4147-A177-3AD203B41FA5}">
                      <a16:colId xmlns:a16="http://schemas.microsoft.com/office/drawing/2014/main" val="3282511805"/>
                    </a:ext>
                  </a:extLst>
                </a:gridCol>
                <a:gridCol w="400606">
                  <a:extLst>
                    <a:ext uri="{9D8B030D-6E8A-4147-A177-3AD203B41FA5}">
                      <a16:colId xmlns:a16="http://schemas.microsoft.com/office/drawing/2014/main" val="3145376549"/>
                    </a:ext>
                  </a:extLst>
                </a:gridCol>
                <a:gridCol w="400606">
                  <a:extLst>
                    <a:ext uri="{9D8B030D-6E8A-4147-A177-3AD203B41FA5}">
                      <a16:colId xmlns:a16="http://schemas.microsoft.com/office/drawing/2014/main" val="337635904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10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11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12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13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14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15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16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18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19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20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19982883"/>
                  </a:ext>
                </a:extLst>
              </a:tr>
            </a:tbl>
          </a:graphicData>
        </a:graphic>
      </p:graphicFrame>
      <p:graphicFrame>
        <p:nvGraphicFramePr>
          <p:cNvPr id="7" name="Content Placeholder 3">
            <a:extLst>
              <a:ext uri="{FF2B5EF4-FFF2-40B4-BE49-F238E27FC236}">
                <a16:creationId xmlns:a16="http://schemas.microsoft.com/office/drawing/2014/main" id="{A6E0E638-04A2-45DA-8165-79DC676B26E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42787588"/>
              </p:ext>
            </p:extLst>
          </p:nvPr>
        </p:nvGraphicFramePr>
        <p:xfrm>
          <a:off x="2337891" y="2571357"/>
          <a:ext cx="400606" cy="370840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400606">
                  <a:extLst>
                    <a:ext uri="{9D8B030D-6E8A-4147-A177-3AD203B41FA5}">
                      <a16:colId xmlns:a16="http://schemas.microsoft.com/office/drawing/2014/main" val="21336374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10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19982883"/>
                  </a:ext>
                </a:extLst>
              </a:tr>
            </a:tbl>
          </a:graphicData>
        </a:graphic>
      </p:graphicFrame>
      <p:sp>
        <p:nvSpPr>
          <p:cNvPr id="8" name="Title 1">
            <a:extLst>
              <a:ext uri="{FF2B5EF4-FFF2-40B4-BE49-F238E27FC236}">
                <a16:creationId xmlns:a16="http://schemas.microsoft.com/office/drawing/2014/main" id="{C0352191-1A64-43AC-96E4-E8186C387076}"/>
              </a:ext>
            </a:extLst>
          </p:cNvPr>
          <p:cNvSpPr txBox="1">
            <a:spLocks/>
          </p:cNvSpPr>
          <p:nvPr/>
        </p:nvSpPr>
        <p:spPr>
          <a:xfrm>
            <a:off x="2256569" y="3304389"/>
            <a:ext cx="3454190" cy="1325563"/>
          </a:xfrm>
          <a:prstGeom prst="rect">
            <a:avLst/>
          </a:prstGeom>
          <a:noFill/>
        </p:spPr>
        <p:txBody>
          <a:bodyPr vert="horz" lIns="91440" tIns="45720" rIns="91440" bIns="4572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000" dirty="0"/>
              <a:t>Linear Search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1CFADF13-16F5-43E6-AECA-FDD2CDB094DE}"/>
              </a:ext>
            </a:extLst>
          </p:cNvPr>
          <p:cNvSpPr txBox="1">
            <a:spLocks/>
          </p:cNvSpPr>
          <p:nvPr/>
        </p:nvSpPr>
        <p:spPr>
          <a:xfrm>
            <a:off x="2256569" y="4550855"/>
            <a:ext cx="3454190" cy="1325563"/>
          </a:xfrm>
          <a:prstGeom prst="rect">
            <a:avLst/>
          </a:prstGeom>
          <a:noFill/>
        </p:spPr>
        <p:txBody>
          <a:bodyPr vert="horz" lIns="91440" tIns="45720" rIns="91440" bIns="4572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3000" dirty="0"/>
              <a:t>Binary Search</a:t>
            </a:r>
          </a:p>
        </p:txBody>
      </p:sp>
      <p:graphicFrame>
        <p:nvGraphicFramePr>
          <p:cNvPr id="11" name="Content Placeholder 3">
            <a:extLst>
              <a:ext uri="{FF2B5EF4-FFF2-40B4-BE49-F238E27FC236}">
                <a16:creationId xmlns:a16="http://schemas.microsoft.com/office/drawing/2014/main" id="{DFA3AE09-0336-46F2-BFD3-CB26CA7A649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90827313"/>
              </p:ext>
            </p:extLst>
          </p:nvPr>
        </p:nvGraphicFramePr>
        <p:xfrm>
          <a:off x="3335418" y="2571357"/>
          <a:ext cx="400606" cy="370840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400606">
                  <a:extLst>
                    <a:ext uri="{9D8B030D-6E8A-4147-A177-3AD203B41FA5}">
                      <a16:colId xmlns:a16="http://schemas.microsoft.com/office/drawing/2014/main" val="21336374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15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19982883"/>
                  </a:ext>
                </a:extLst>
              </a:tr>
            </a:tbl>
          </a:graphicData>
        </a:graphic>
      </p:graphicFrame>
      <p:graphicFrame>
        <p:nvGraphicFramePr>
          <p:cNvPr id="12" name="Content Placeholder 3">
            <a:extLst>
              <a:ext uri="{FF2B5EF4-FFF2-40B4-BE49-F238E27FC236}">
                <a16:creationId xmlns:a16="http://schemas.microsoft.com/office/drawing/2014/main" id="{A304EC7F-292E-41C1-8165-E834D22743A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99583163"/>
              </p:ext>
            </p:extLst>
          </p:nvPr>
        </p:nvGraphicFramePr>
        <p:xfrm>
          <a:off x="4332945" y="2566314"/>
          <a:ext cx="400606" cy="370840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400606">
                  <a:extLst>
                    <a:ext uri="{9D8B030D-6E8A-4147-A177-3AD203B41FA5}">
                      <a16:colId xmlns:a16="http://schemas.microsoft.com/office/drawing/2014/main" val="21336374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20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19982883"/>
                  </a:ext>
                </a:extLst>
              </a:tr>
            </a:tbl>
          </a:graphicData>
        </a:graphic>
      </p:graphicFrame>
      <p:pic>
        <p:nvPicPr>
          <p:cNvPr id="13" name="Picture 12">
            <a:extLst>
              <a:ext uri="{FF2B5EF4-FFF2-40B4-BE49-F238E27FC236}">
                <a16:creationId xmlns:a16="http://schemas.microsoft.com/office/drawing/2014/main" id="{BC5013EA-D376-4910-9A9C-1B6008092D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3021" y="2682235"/>
            <a:ext cx="1463040" cy="146304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D2CA3CA2-F123-4E33-9F23-F2C8462BB4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42826" y="746125"/>
            <a:ext cx="1463040" cy="146304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7E97B165-677A-4AF1-87EC-F23710B32E3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3306" y="4793878"/>
            <a:ext cx="1706880" cy="1706880"/>
          </a:xfrm>
          <a:prstGeom prst="rect">
            <a:avLst/>
          </a:prstGeom>
        </p:spPr>
      </p:pic>
      <p:graphicFrame>
        <p:nvGraphicFramePr>
          <p:cNvPr id="19" name="Content Placeholder 3">
            <a:extLst>
              <a:ext uri="{FF2B5EF4-FFF2-40B4-BE49-F238E27FC236}">
                <a16:creationId xmlns:a16="http://schemas.microsoft.com/office/drawing/2014/main" id="{C434A647-6ABE-43E1-8D0C-E4464616FF1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32325674"/>
              </p:ext>
            </p:extLst>
          </p:nvPr>
        </p:nvGraphicFramePr>
        <p:xfrm>
          <a:off x="1340364" y="2564511"/>
          <a:ext cx="400606" cy="370840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400606">
                  <a:extLst>
                    <a:ext uri="{9D8B030D-6E8A-4147-A177-3AD203B41FA5}">
                      <a16:colId xmlns:a16="http://schemas.microsoft.com/office/drawing/2014/main" val="21336374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9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19982883"/>
                  </a:ext>
                </a:extLst>
              </a:tr>
            </a:tbl>
          </a:graphicData>
        </a:graphic>
      </p:graphicFrame>
      <p:sp>
        <p:nvSpPr>
          <p:cNvPr id="22" name="Title 1">
            <a:extLst>
              <a:ext uri="{FF2B5EF4-FFF2-40B4-BE49-F238E27FC236}">
                <a16:creationId xmlns:a16="http://schemas.microsoft.com/office/drawing/2014/main" id="{A291C713-18AD-4B77-862D-3396EBC66840}"/>
              </a:ext>
            </a:extLst>
          </p:cNvPr>
          <p:cNvSpPr txBox="1">
            <a:spLocks/>
          </p:cNvSpPr>
          <p:nvPr/>
        </p:nvSpPr>
        <p:spPr>
          <a:xfrm>
            <a:off x="8924857" y="2111001"/>
            <a:ext cx="1203317" cy="479164"/>
          </a:xfrm>
          <a:prstGeom prst="rect">
            <a:avLst/>
          </a:prstGeom>
          <a:noFill/>
        </p:spPr>
        <p:txBody>
          <a:bodyPr vert="horz" lIns="91440" tIns="45720" rIns="91440" bIns="4572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 dirty="0"/>
              <a:t>Best Case</a:t>
            </a:r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ECD7A440-B917-4888-AA1D-B70D56F64C0D}"/>
              </a:ext>
            </a:extLst>
          </p:cNvPr>
          <p:cNvSpPr txBox="1">
            <a:spLocks/>
          </p:cNvSpPr>
          <p:nvPr/>
        </p:nvSpPr>
        <p:spPr>
          <a:xfrm>
            <a:off x="8942744" y="4151649"/>
            <a:ext cx="1203317" cy="479164"/>
          </a:xfrm>
          <a:prstGeom prst="rect">
            <a:avLst/>
          </a:prstGeom>
          <a:noFill/>
        </p:spPr>
        <p:txBody>
          <a:bodyPr vert="horz" lIns="91440" tIns="45720" rIns="91440" bIns="4572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 dirty="0"/>
              <a:t>Worst Case</a:t>
            </a:r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67D79CBA-D8EE-4878-9CE8-1EC3542315E2}"/>
              </a:ext>
            </a:extLst>
          </p:cNvPr>
          <p:cNvSpPr txBox="1">
            <a:spLocks/>
          </p:cNvSpPr>
          <p:nvPr/>
        </p:nvSpPr>
        <p:spPr>
          <a:xfrm>
            <a:off x="8885087" y="6348011"/>
            <a:ext cx="1203317" cy="479164"/>
          </a:xfrm>
          <a:prstGeom prst="rect">
            <a:avLst/>
          </a:prstGeom>
          <a:noFill/>
        </p:spPr>
        <p:txBody>
          <a:bodyPr vert="horz" lIns="91440" tIns="45720" rIns="91440" bIns="4572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 dirty="0"/>
              <a:t>    Average</a:t>
            </a:r>
          </a:p>
        </p:txBody>
      </p:sp>
    </p:spTree>
    <p:extLst>
      <p:ext uri="{BB962C8B-B14F-4D97-AF65-F5344CB8AC3E}">
        <p14:creationId xmlns:p14="http://schemas.microsoft.com/office/powerpoint/2010/main" val="25151787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A9874B-BCA9-8420-1595-EDD1865A09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noFill/>
        </p:spPr>
        <p:txBody>
          <a:bodyPr anchor="ctr"/>
          <a:lstStyle/>
          <a:p>
            <a:r>
              <a:rPr lang="en-US" dirty="0"/>
              <a:t>Core Concepts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A5FD2B-E3E5-1C2B-0151-21F216B14A3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48507" y="1690688"/>
            <a:ext cx="3504243" cy="4297680"/>
          </a:xfrm>
          <a:noFill/>
        </p:spPr>
        <p:txBody>
          <a:bodyPr>
            <a:normAutofit/>
          </a:bodyPr>
          <a:lstStyle/>
          <a:p>
            <a:r>
              <a:rPr lang="en-US" b="1" dirty="0"/>
              <a:t>Data Structures</a:t>
            </a:r>
          </a:p>
          <a:p>
            <a:pPr lvl="1"/>
            <a:r>
              <a:rPr lang="en-US" dirty="0"/>
              <a:t>Array </a:t>
            </a:r>
          </a:p>
          <a:p>
            <a:pPr lvl="1"/>
            <a:r>
              <a:rPr lang="en-US" dirty="0"/>
              <a:t>Linked List</a:t>
            </a:r>
          </a:p>
          <a:p>
            <a:pPr lvl="1"/>
            <a:r>
              <a:rPr lang="en-US" dirty="0"/>
              <a:t>Stack / Queue</a:t>
            </a:r>
          </a:p>
          <a:p>
            <a:pPr lvl="1"/>
            <a:r>
              <a:rPr lang="en-US" dirty="0"/>
              <a:t>Hash Map </a:t>
            </a:r>
          </a:p>
          <a:p>
            <a:pPr lvl="1"/>
            <a:r>
              <a:rPr lang="en-US" dirty="0"/>
              <a:t>Graph</a:t>
            </a:r>
          </a:p>
          <a:p>
            <a:pPr lvl="1"/>
            <a:r>
              <a:rPr lang="en-US" dirty="0"/>
              <a:t>Tree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FBB810-3430-2C29-1AA0-9744AA0A1AA3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1681694" y="1707917"/>
            <a:ext cx="3715929" cy="4297680"/>
          </a:xfrm>
          <a:noFill/>
        </p:spPr>
        <p:txBody>
          <a:bodyPr>
            <a:normAutofit lnSpcReduction="10000"/>
          </a:bodyPr>
          <a:lstStyle/>
          <a:p>
            <a:r>
              <a:rPr lang="en-US" b="1" dirty="0"/>
              <a:t>Programing Skills</a:t>
            </a:r>
          </a:p>
          <a:p>
            <a:pPr lvl="1"/>
            <a:r>
              <a:rPr lang="en-US" dirty="0"/>
              <a:t>Data Types</a:t>
            </a:r>
          </a:p>
          <a:p>
            <a:pPr lvl="1"/>
            <a:r>
              <a:rPr lang="en-US" dirty="0"/>
              <a:t>Logic Operations</a:t>
            </a:r>
          </a:p>
          <a:p>
            <a:pPr lvl="1"/>
            <a:r>
              <a:rPr lang="en-US" dirty="0"/>
              <a:t>Loop</a:t>
            </a:r>
          </a:p>
          <a:p>
            <a:pPr lvl="1"/>
            <a:r>
              <a:rPr lang="en-US" dirty="0"/>
              <a:t>Conditional</a:t>
            </a:r>
          </a:p>
          <a:p>
            <a:pPr lvl="1"/>
            <a:r>
              <a:rPr lang="en-US" dirty="0"/>
              <a:t>Function</a:t>
            </a:r>
          </a:p>
          <a:p>
            <a:pPr lvl="1"/>
            <a:r>
              <a:rPr lang="en-US" dirty="0"/>
              <a:t>Pointer</a:t>
            </a:r>
          </a:p>
          <a:p>
            <a:pPr lvl="1"/>
            <a:r>
              <a:rPr lang="en-US" dirty="0"/>
              <a:t>Recursion</a:t>
            </a:r>
          </a:p>
          <a:p>
            <a:pPr marL="0" lvl="1" indent="0">
              <a:buNone/>
            </a:pPr>
            <a:r>
              <a:rPr lang="en-US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3821034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A9874B-BCA9-8420-1595-EDD1865A09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noFill/>
        </p:spPr>
        <p:txBody>
          <a:bodyPr anchor="ctr"/>
          <a:lstStyle/>
          <a:p>
            <a:r>
              <a:rPr lang="en-US" altLang="ko-KR" b="1" dirty="0"/>
              <a:t>Simple Demo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D0AC54BA-9A05-4A02-98D3-5F76B470B7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350705" y="1690688"/>
            <a:ext cx="4915163" cy="4297680"/>
          </a:xfrm>
          <a:noFill/>
        </p:spPr>
        <p:txBody>
          <a:bodyPr>
            <a:normAutofit/>
          </a:bodyPr>
          <a:lstStyle/>
          <a:p>
            <a:pPr lvl="1"/>
            <a:r>
              <a:rPr lang="en-US" dirty="0"/>
              <a:t>Array 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r>
              <a:rPr lang="en-US" dirty="0"/>
              <a:t>Linked List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5E6BA148-164B-4846-81FF-214095C38C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835" y="1690688"/>
            <a:ext cx="1800225" cy="61912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637307C4-57BB-4342-9A47-F2ADF5C24B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28653" y="3562054"/>
            <a:ext cx="1781175" cy="52387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37D1FB8D-ADC0-46FA-A46A-1344BAC3139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46624" y="4260958"/>
            <a:ext cx="1733550" cy="46672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34992662-2508-47F3-BA48-9CE20A6AF3C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18049" y="5169531"/>
            <a:ext cx="1790700" cy="638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7136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A9874B-BCA9-8420-1595-EDD1865A09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noFill/>
        </p:spPr>
        <p:txBody>
          <a:bodyPr anchor="ctr"/>
          <a:lstStyle/>
          <a:p>
            <a:r>
              <a:rPr lang="en-US" altLang="ko-KR" b="1" dirty="0"/>
              <a:t>Simple Demo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D0AC54BA-9A05-4A02-98D3-5F76B470B7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350705" y="1690688"/>
            <a:ext cx="4915163" cy="4297680"/>
          </a:xfrm>
          <a:noFill/>
        </p:spPr>
        <p:txBody>
          <a:bodyPr>
            <a:normAutofit/>
          </a:bodyPr>
          <a:lstStyle/>
          <a:p>
            <a:pPr lvl="1"/>
            <a:r>
              <a:rPr lang="en-US" dirty="0"/>
              <a:t>Stack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r>
              <a:rPr lang="en-US" dirty="0"/>
              <a:t>Queue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487D710-DB79-4ECC-9D08-0C8764F922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14543" y="1788171"/>
            <a:ext cx="581025" cy="8382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CC398FD-CA2A-49C6-A2CA-E5C9713088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21256" y="1788171"/>
            <a:ext cx="876300" cy="971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42B260D-D8A2-461E-B82E-A518A7DA3A2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37129" y="3797359"/>
            <a:ext cx="1752600" cy="56197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0EE3327-5E02-4BCE-825C-DE7239CACC1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04615" y="3778309"/>
            <a:ext cx="1743075" cy="5810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9101E04-E18A-4CE1-8C43-DD6ECCF8EC0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37129" y="5511824"/>
            <a:ext cx="1781175" cy="65722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DB80BF3-C32F-455F-81B5-F3CAE260925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04615" y="5511824"/>
            <a:ext cx="1733550" cy="628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06575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A9874B-BCA9-8420-1595-EDD1865A09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noFill/>
        </p:spPr>
        <p:txBody>
          <a:bodyPr anchor="ctr"/>
          <a:lstStyle/>
          <a:p>
            <a:r>
              <a:rPr lang="en-US" altLang="ko-KR" b="1" dirty="0"/>
              <a:t>Simple Demo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D0AC54BA-9A05-4A02-98D3-5F76B470B7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350705" y="1690688"/>
            <a:ext cx="4915163" cy="4297680"/>
          </a:xfrm>
          <a:noFill/>
        </p:spPr>
        <p:txBody>
          <a:bodyPr>
            <a:normAutofit/>
          </a:bodyPr>
          <a:lstStyle/>
          <a:p>
            <a:pPr lvl="1"/>
            <a:r>
              <a:rPr lang="en-US" altLang="ko-KR" dirty="0"/>
              <a:t>Hash Map 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AAE2783-DC22-4537-9F38-19DDA32D19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4208" y="2379307"/>
            <a:ext cx="1257300" cy="371951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EBD9B5E-703C-47B6-B599-C0DD6CA694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2169" y="2379307"/>
            <a:ext cx="3676650" cy="376713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5816ADC-92F8-4FF7-BD57-88BA6D395F9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26356" y="640703"/>
            <a:ext cx="1463040" cy="146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635652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A9874B-BCA9-8420-1595-EDD1865A09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noFill/>
        </p:spPr>
        <p:txBody>
          <a:bodyPr anchor="ctr"/>
          <a:lstStyle/>
          <a:p>
            <a:r>
              <a:rPr lang="en-US" altLang="ko-KR" b="1" dirty="0"/>
              <a:t>Simple Demo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D0AC54BA-9A05-4A02-98D3-5F76B470B7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690688"/>
            <a:ext cx="4915163" cy="4297680"/>
          </a:xfrm>
          <a:noFill/>
        </p:spPr>
        <p:txBody>
          <a:bodyPr>
            <a:normAutofit/>
          </a:bodyPr>
          <a:lstStyle/>
          <a:p>
            <a:pPr lvl="1"/>
            <a:r>
              <a:rPr lang="en-US" altLang="ko-KR" dirty="0"/>
              <a:t>Hash Map – Linear Probing 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B018371-ADEF-4EFD-B05F-8DD8FFA504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9168" y="2273618"/>
            <a:ext cx="1262063" cy="3714750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03F04EC-8B7D-49A0-82FC-B03080A001BC}"/>
              </a:ext>
            </a:extLst>
          </p:cNvPr>
          <p:cNvSpPr txBox="1">
            <a:spLocks/>
          </p:cNvSpPr>
          <p:nvPr/>
        </p:nvSpPr>
        <p:spPr>
          <a:xfrm>
            <a:off x="6577473" y="1690688"/>
            <a:ext cx="4915163" cy="4297680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9436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6868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US" altLang="ko-KR" dirty="0"/>
              <a:t>Hash Map – Separate chaining</a:t>
            </a:r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1946078-1D9E-4A3B-AB02-BCEF7A0E22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52382" y="2231611"/>
            <a:ext cx="1252538" cy="3714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179465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A9874B-BCA9-8420-1595-EDD1865A09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noFill/>
        </p:spPr>
        <p:txBody>
          <a:bodyPr anchor="ctr"/>
          <a:lstStyle/>
          <a:p>
            <a:r>
              <a:rPr lang="en-US" altLang="ko-KR" b="1" dirty="0"/>
              <a:t>Simple Demo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D0AC54BA-9A05-4A02-98D3-5F76B470B7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80837" y="1690688"/>
            <a:ext cx="4915163" cy="4297680"/>
          </a:xfrm>
          <a:noFill/>
        </p:spPr>
        <p:txBody>
          <a:bodyPr>
            <a:normAutofit/>
          </a:bodyPr>
          <a:lstStyle/>
          <a:p>
            <a:pPr lvl="1"/>
            <a:r>
              <a:rPr lang="en-US" altLang="ko-KR" dirty="0"/>
              <a:t>Graph</a:t>
            </a:r>
          </a:p>
          <a:p>
            <a:pPr lvl="1"/>
            <a:endParaRPr lang="en-US" altLang="ko-KR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03F04EC-8B7D-49A0-82FC-B03080A001BC}"/>
              </a:ext>
            </a:extLst>
          </p:cNvPr>
          <p:cNvSpPr txBox="1">
            <a:spLocks/>
          </p:cNvSpPr>
          <p:nvPr/>
        </p:nvSpPr>
        <p:spPr>
          <a:xfrm>
            <a:off x="6577473" y="1690688"/>
            <a:ext cx="4915163" cy="4297680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9436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6868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US" altLang="ko-KR" dirty="0"/>
              <a:t>Tree</a:t>
            </a:r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33EE176-4D90-4EA4-A4D5-F16C999B38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9295" y="2083254"/>
            <a:ext cx="3314700" cy="203835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777F272-651B-4404-911C-5A5CF9A916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9295" y="4121604"/>
            <a:ext cx="3324225" cy="207645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FACCA5A-9D86-4AB3-AEA5-04E84E7F6C6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71313" y="2083255"/>
            <a:ext cx="2386965" cy="225361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314790A-7AE6-44FC-A85C-A2972C72231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10504" y="4435793"/>
            <a:ext cx="2520315" cy="2173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081780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4C27C8-165C-5513-DB4B-9D840097C5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noFill/>
        </p:spPr>
        <p:txBody>
          <a:bodyPr anchor="ctr"/>
          <a:lstStyle/>
          <a:p>
            <a:r>
              <a:rPr lang="en-US" dirty="0"/>
              <a:t>Core Algorithms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CE640F-7F5A-BDB7-205D-765FA80B67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1" y="1825625"/>
            <a:ext cx="3108958" cy="4297680"/>
          </a:xfrm>
          <a:noFill/>
        </p:spPr>
        <p:txBody>
          <a:bodyPr>
            <a:normAutofit/>
          </a:bodyPr>
          <a:lstStyle/>
          <a:p>
            <a:r>
              <a:rPr lang="en-US" dirty="0"/>
              <a:t>Greedy</a:t>
            </a:r>
          </a:p>
          <a:p>
            <a:r>
              <a:rPr lang="en-US" dirty="0"/>
              <a:t>Sorting techniques</a:t>
            </a:r>
          </a:p>
          <a:p>
            <a:r>
              <a:rPr lang="en-US" dirty="0"/>
              <a:t>Searching</a:t>
            </a:r>
          </a:p>
          <a:p>
            <a:r>
              <a:rPr lang="en-US" dirty="0"/>
              <a:t>Graph Traversal</a:t>
            </a:r>
          </a:p>
          <a:p>
            <a:r>
              <a:rPr lang="en-US" dirty="0"/>
              <a:t>Dynamic Programming</a:t>
            </a:r>
          </a:p>
          <a:p>
            <a:r>
              <a:rPr lang="en-US" dirty="0"/>
              <a:t>…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960914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A9874B-BCA9-8420-1595-EDD1865A09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noFill/>
        </p:spPr>
        <p:txBody>
          <a:bodyPr anchor="ctr"/>
          <a:lstStyle/>
          <a:p>
            <a:r>
              <a:rPr lang="en-US" altLang="ko-KR" b="1" dirty="0"/>
              <a:t>Simple Demo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D0AC54BA-9A05-4A02-98D3-5F76B470B7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350705" y="1690688"/>
            <a:ext cx="4915163" cy="4297680"/>
          </a:xfrm>
          <a:noFill/>
        </p:spPr>
        <p:txBody>
          <a:bodyPr>
            <a:normAutofit/>
          </a:bodyPr>
          <a:lstStyle/>
          <a:p>
            <a:pPr lvl="1"/>
            <a:r>
              <a:rPr lang="en-US" dirty="0"/>
              <a:t>Greedy</a:t>
            </a:r>
          </a:p>
          <a:p>
            <a:pPr marL="0" lvl="1" indent="0">
              <a:buNone/>
            </a:pPr>
            <a:r>
              <a:rPr lang="en-US" altLang="ko-KR" dirty="0">
                <a:hlinkClick r:id="rId3"/>
              </a:rPr>
              <a:t>Minimum Number of Operations to Make Elements in Array Distinct – </a:t>
            </a:r>
            <a:r>
              <a:rPr lang="en-US" altLang="ko-KR" dirty="0" err="1">
                <a:hlinkClick r:id="rId3"/>
              </a:rPr>
              <a:t>LeetCode</a:t>
            </a:r>
            <a:endParaRPr lang="en-US" altLang="ko-KR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marL="0" lvl="1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E4C278E-0756-4B74-8631-1298968D67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85379" y="1027906"/>
            <a:ext cx="2438400" cy="243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283242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A9874B-BCA9-8420-1595-EDD1865A09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noFill/>
        </p:spPr>
        <p:txBody>
          <a:bodyPr anchor="ctr"/>
          <a:lstStyle/>
          <a:p>
            <a:r>
              <a:rPr lang="en-US" altLang="ko-KR" b="1" dirty="0"/>
              <a:t>Simple Demo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D0AC54BA-9A05-4A02-98D3-5F76B470B7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350705" y="1690688"/>
            <a:ext cx="4915163" cy="4297680"/>
          </a:xfrm>
          <a:noFill/>
        </p:spPr>
        <p:txBody>
          <a:bodyPr>
            <a:normAutofit/>
          </a:bodyPr>
          <a:lstStyle/>
          <a:p>
            <a:pPr lvl="1"/>
            <a:r>
              <a:rPr lang="en-US" dirty="0"/>
              <a:t>Sorting</a:t>
            </a:r>
          </a:p>
          <a:p>
            <a:pPr marL="0" lvl="1" indent="0">
              <a:buNone/>
            </a:pPr>
            <a:r>
              <a:rPr lang="en-US" altLang="ko-KR" dirty="0">
                <a:hlinkClick r:id="rId3"/>
              </a:rPr>
              <a:t>Majority Element – </a:t>
            </a:r>
            <a:r>
              <a:rPr lang="en-US" altLang="ko-KR" dirty="0" err="1">
                <a:hlinkClick r:id="rId3"/>
              </a:rPr>
              <a:t>LeetCode</a:t>
            </a:r>
            <a:endParaRPr lang="en-US" altLang="ko-KR" dirty="0"/>
          </a:p>
          <a:p>
            <a:pPr marL="0" lvl="1" indent="0">
              <a:buNone/>
            </a:pPr>
            <a:r>
              <a:rPr lang="en-US" altLang="ko-KR" dirty="0">
                <a:hlinkClick r:id="rId4"/>
              </a:rPr>
              <a:t>Merge Sorted Array - </a:t>
            </a:r>
            <a:r>
              <a:rPr lang="en-US" altLang="ko-KR" dirty="0" err="1">
                <a:hlinkClick r:id="rId4"/>
              </a:rPr>
              <a:t>LeetCode</a:t>
            </a:r>
            <a:endParaRPr lang="en-US" dirty="0"/>
          </a:p>
          <a:p>
            <a:pPr lvl="1"/>
            <a:endParaRPr lang="en-US" dirty="0"/>
          </a:p>
          <a:p>
            <a:pPr marL="0" lvl="1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5542AEC-D80A-49A5-B68F-BA77E4A4DAD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93290" y="990600"/>
            <a:ext cx="2438400" cy="243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096126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A9874B-BCA9-8420-1595-EDD1865A09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noFill/>
        </p:spPr>
        <p:txBody>
          <a:bodyPr anchor="ctr"/>
          <a:lstStyle/>
          <a:p>
            <a:r>
              <a:rPr lang="en-US" altLang="ko-KR" b="1" dirty="0"/>
              <a:t>Simple Demo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D0AC54BA-9A05-4A02-98D3-5F76B470B7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350705" y="1690688"/>
            <a:ext cx="4915163" cy="4297680"/>
          </a:xfrm>
          <a:noFill/>
        </p:spPr>
        <p:txBody>
          <a:bodyPr>
            <a:normAutofit/>
          </a:bodyPr>
          <a:lstStyle/>
          <a:p>
            <a:pPr lvl="1"/>
            <a:r>
              <a:rPr lang="en-US" dirty="0"/>
              <a:t>Searching</a:t>
            </a:r>
          </a:p>
          <a:p>
            <a:pPr marL="0" lvl="1" indent="0">
              <a:buNone/>
            </a:pPr>
            <a:r>
              <a:rPr lang="en-US" altLang="ko-KR" dirty="0">
                <a:hlinkClick r:id="rId3"/>
              </a:rPr>
              <a:t>Search in Rotated Sorted Array - </a:t>
            </a:r>
            <a:r>
              <a:rPr lang="en-US" altLang="ko-KR" dirty="0" err="1">
                <a:hlinkClick r:id="rId3"/>
              </a:rPr>
              <a:t>LeetCode</a:t>
            </a:r>
            <a:endParaRPr lang="en-US" dirty="0"/>
          </a:p>
          <a:p>
            <a:pPr lvl="1"/>
            <a:endParaRPr lang="en-US" dirty="0"/>
          </a:p>
          <a:p>
            <a:pPr marL="0" lvl="1" indent="0">
              <a:buNone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8FD375E-AE29-40AB-A129-67C9FDCF9A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78373" y="1027906"/>
            <a:ext cx="2438400" cy="243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46595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A9874B-BCA9-8420-1595-EDD1865A09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noFill/>
        </p:spPr>
        <p:txBody>
          <a:bodyPr anchor="ctr"/>
          <a:lstStyle/>
          <a:p>
            <a:r>
              <a:rPr lang="en-US" altLang="ko-KR" b="1" dirty="0"/>
              <a:t>Simple Demo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D0AC54BA-9A05-4A02-98D3-5F76B470B7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594066" y="1779898"/>
            <a:ext cx="4915163" cy="4297680"/>
          </a:xfrm>
          <a:noFill/>
        </p:spPr>
        <p:txBody>
          <a:bodyPr>
            <a:normAutofit/>
          </a:bodyPr>
          <a:lstStyle/>
          <a:p>
            <a:pPr lvl="1"/>
            <a:r>
              <a:rPr lang="en-US" dirty="0"/>
              <a:t>Graph Traversal</a:t>
            </a:r>
          </a:p>
          <a:p>
            <a:pPr marL="0" lvl="1" indent="0">
              <a:buNone/>
            </a:pPr>
            <a:r>
              <a:rPr lang="en-US" altLang="ko-KR" dirty="0">
                <a:hlinkClick r:id="rId3"/>
              </a:rPr>
              <a:t>Pacific Atlantic Water Flow – </a:t>
            </a:r>
            <a:r>
              <a:rPr lang="en-US" altLang="ko-KR" dirty="0" err="1">
                <a:hlinkClick r:id="rId3"/>
              </a:rPr>
              <a:t>LeetCode</a:t>
            </a:r>
            <a:endParaRPr lang="en-US" altLang="ko-KR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88BC52E-2BAD-47FE-8692-16294A133F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78373" y="1027906"/>
            <a:ext cx="2438400" cy="243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847309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A9874B-BCA9-8420-1595-EDD1865A09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noFill/>
        </p:spPr>
        <p:txBody>
          <a:bodyPr anchor="ctr"/>
          <a:lstStyle/>
          <a:p>
            <a:r>
              <a:rPr lang="en-US" altLang="ko-KR" b="1" dirty="0"/>
              <a:t>Simple Demo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D0AC54BA-9A05-4A02-98D3-5F76B470B7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350705" y="1690688"/>
            <a:ext cx="4915163" cy="4297680"/>
          </a:xfrm>
          <a:noFill/>
        </p:spPr>
        <p:txBody>
          <a:bodyPr>
            <a:normAutofit/>
          </a:bodyPr>
          <a:lstStyle/>
          <a:p>
            <a:pPr lvl="1"/>
            <a:r>
              <a:rPr lang="en-US" dirty="0"/>
              <a:t>Dynamic Programing</a:t>
            </a:r>
          </a:p>
          <a:p>
            <a:pPr marL="0" lvl="1" indent="0">
              <a:buNone/>
            </a:pPr>
            <a:r>
              <a:rPr lang="en-US" altLang="ko-KR" dirty="0">
                <a:hlinkClick r:id="rId3"/>
              </a:rPr>
              <a:t>Climbing Stairs – </a:t>
            </a:r>
            <a:r>
              <a:rPr lang="en-US" altLang="ko-KR" dirty="0" err="1">
                <a:hlinkClick r:id="rId3"/>
              </a:rPr>
              <a:t>LeetCode</a:t>
            </a:r>
            <a:endParaRPr lang="en-US" altLang="ko-KR" dirty="0"/>
          </a:p>
          <a:p>
            <a:pPr marL="0" lvl="1" indent="0">
              <a:buNone/>
            </a:pPr>
            <a:r>
              <a:rPr lang="en-US" altLang="ko-KR" dirty="0">
                <a:hlinkClick r:id="rId4"/>
              </a:rPr>
              <a:t>Coin Change - </a:t>
            </a:r>
            <a:r>
              <a:rPr lang="en-US" altLang="ko-KR" dirty="0" err="1">
                <a:hlinkClick r:id="rId4"/>
              </a:rPr>
              <a:t>LeetCode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73F873E-89FC-46B6-B07D-3E8E9F6A7DA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94355" y="843050"/>
            <a:ext cx="2438400" cy="243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583737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463CB3-2956-E8D2-C23D-A3BAA7295D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15929" y="2001832"/>
            <a:ext cx="6560142" cy="3063149"/>
          </a:xfrm>
          <a:noFill/>
        </p:spPr>
        <p:txBody>
          <a:bodyPr/>
          <a:lstStyle/>
          <a:p>
            <a:r>
              <a:rPr lang="en-US" altLang="ko-KR" dirty="0"/>
              <a:t>PCCP Focused</a:t>
            </a:r>
          </a:p>
        </p:txBody>
      </p:sp>
    </p:spTree>
    <p:extLst>
      <p:ext uri="{BB962C8B-B14F-4D97-AF65-F5344CB8AC3E}">
        <p14:creationId xmlns:p14="http://schemas.microsoft.com/office/powerpoint/2010/main" val="159903623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0103C39C-4BAC-4FDE-81AE-2CD3FF5092E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6AA967D-A62A-4B7E-8A7D-BD6190A7F5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7220" y="1136132"/>
            <a:ext cx="4876800" cy="4876800"/>
          </a:xfrm>
          <a:prstGeom prst="rect">
            <a:avLst/>
          </a:prstGeom>
        </p:spPr>
      </p:pic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9CED9542-E80C-4BEB-8AF2-96515C5E843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63724" y="1197472"/>
            <a:ext cx="4915163" cy="2094368"/>
          </a:xfrm>
          <a:noFill/>
        </p:spPr>
        <p:txBody>
          <a:bodyPr>
            <a:normAutofit lnSpcReduction="10000"/>
          </a:bodyPr>
          <a:lstStyle/>
          <a:p>
            <a:r>
              <a:rPr lang="en-US" b="1" dirty="0"/>
              <a:t>Overview</a:t>
            </a:r>
          </a:p>
          <a:p>
            <a:pPr lvl="1"/>
            <a:r>
              <a:rPr lang="en-US" dirty="0"/>
              <a:t>Programmer Coding Competency Certification</a:t>
            </a:r>
          </a:p>
          <a:p>
            <a:pPr lvl="1"/>
            <a:r>
              <a:rPr lang="en-US" dirty="0"/>
              <a:t>Way for LG CNS validating coding competence</a:t>
            </a:r>
          </a:p>
          <a:p>
            <a:pPr lvl="1"/>
            <a:r>
              <a:rPr lang="en-US" dirty="0"/>
              <a:t>Focus on problem solving (DSA)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176E4F11-9C99-45D1-9FB3-4DDF3111628C}"/>
              </a:ext>
            </a:extLst>
          </p:cNvPr>
          <p:cNvSpPr txBox="1">
            <a:spLocks/>
          </p:cNvSpPr>
          <p:nvPr/>
        </p:nvSpPr>
        <p:spPr>
          <a:xfrm>
            <a:off x="838199" y="3566161"/>
            <a:ext cx="4915163" cy="2472699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00150" indent="-2857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43050" indent="-1714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00250" indent="-1714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Paint points</a:t>
            </a:r>
          </a:p>
          <a:p>
            <a:pPr lvl="1"/>
            <a:r>
              <a:rPr lang="en-US" b="1" dirty="0"/>
              <a:t>Code on web browser without IDE</a:t>
            </a:r>
          </a:p>
          <a:p>
            <a:pPr lvl="1"/>
            <a:r>
              <a:rPr lang="en-US" dirty="0"/>
              <a:t>Just provide sample cases</a:t>
            </a:r>
          </a:p>
          <a:p>
            <a:pPr lvl="1"/>
            <a:r>
              <a:rPr lang="en-US" dirty="0"/>
              <a:t>Require </a:t>
            </a:r>
            <a:r>
              <a:rPr lang="en-US" altLang="ko-KR" dirty="0"/>
              <a:t>requirements analysis, coding, testing, debug skills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724122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545968-70F7-0180-6448-3547E442E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noFill/>
        </p:spPr>
        <p:txBody>
          <a:bodyPr anchor="ctr">
            <a:noAutofit/>
          </a:bodyPr>
          <a:lstStyle/>
          <a:p>
            <a:r>
              <a:rPr lang="en-US" dirty="0"/>
              <a:t>Contest Scope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6A37412-4453-4F8D-BB52-5F575FCE56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2617" y="1027906"/>
            <a:ext cx="4876800" cy="4876800"/>
          </a:xfrm>
          <a:prstGeom prst="rect">
            <a:avLst/>
          </a:prstGeom>
        </p:spPr>
      </p:pic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6CAC8AB7-ACAA-469C-920D-AFAE13627DEB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6934200" cy="4297680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buClr>
                <a:schemeClr val="accent2"/>
              </a:buClr>
            </a:pPr>
            <a:r>
              <a:rPr lang="en-US" sz="1800" dirty="0"/>
              <a:t>4 problems in 2 hours</a:t>
            </a:r>
          </a:p>
          <a:p>
            <a:pPr lvl="2">
              <a:buClr>
                <a:schemeClr val="accent2"/>
              </a:buClr>
            </a:pPr>
            <a:r>
              <a:rPr lang="en-US" sz="1400" dirty="0"/>
              <a:t>1</a:t>
            </a:r>
            <a:r>
              <a:rPr lang="en-US" sz="1400" baseline="30000" dirty="0"/>
              <a:t>st</a:t>
            </a:r>
            <a:r>
              <a:rPr lang="en-US" sz="1400" dirty="0"/>
              <a:t> and 2</a:t>
            </a:r>
            <a:r>
              <a:rPr lang="en-US" sz="1400" baseline="30000" dirty="0"/>
              <a:t>nd</a:t>
            </a:r>
            <a:r>
              <a:rPr lang="en-US" sz="1400" dirty="0"/>
              <a:t> : Just ad-hoc or Brute Force is enough, but </a:t>
            </a:r>
            <a:r>
              <a:rPr lang="en-US" altLang="ko-KR" sz="1400" dirty="0"/>
              <a:t>requirements analysis is mandatory</a:t>
            </a:r>
          </a:p>
          <a:p>
            <a:pPr lvl="2">
              <a:buClr>
                <a:schemeClr val="accent2"/>
              </a:buClr>
            </a:pPr>
            <a:r>
              <a:rPr lang="en-US" sz="1400" dirty="0"/>
              <a:t>3</a:t>
            </a:r>
            <a:r>
              <a:rPr lang="en-US" sz="1400" baseline="30000" dirty="0"/>
              <a:t>rd</a:t>
            </a:r>
            <a:r>
              <a:rPr lang="en-US" sz="1400" dirty="0"/>
              <a:t> : 1 algorithm </a:t>
            </a:r>
            <a:r>
              <a:rPr lang="en-US" altLang="ko-KR" sz="1400" dirty="0"/>
              <a:t>also debugging </a:t>
            </a:r>
            <a:r>
              <a:rPr lang="en-US" sz="1400" dirty="0"/>
              <a:t>required</a:t>
            </a:r>
          </a:p>
          <a:p>
            <a:pPr lvl="2">
              <a:buClr>
                <a:schemeClr val="accent2"/>
              </a:buClr>
            </a:pPr>
            <a:r>
              <a:rPr lang="en-US" sz="1400" dirty="0"/>
              <a:t>4</a:t>
            </a:r>
            <a:r>
              <a:rPr lang="en-US" sz="1400" baseline="30000" dirty="0"/>
              <a:t>th</a:t>
            </a:r>
            <a:r>
              <a:rPr lang="en-US" sz="1400" dirty="0"/>
              <a:t>: The most </a:t>
            </a:r>
            <a:r>
              <a:rPr lang="en-US" altLang="ko-KR" sz="1400" dirty="0"/>
              <a:t>difficult, might need 2 algorithms</a:t>
            </a:r>
            <a:endParaRPr lang="en-US" sz="1400" dirty="0"/>
          </a:p>
          <a:p>
            <a:pPr lvl="1">
              <a:buClr>
                <a:schemeClr val="accent2"/>
              </a:buClr>
            </a:pPr>
            <a:endParaRPr lang="en-US" altLang="ko-KR" sz="1800" dirty="0"/>
          </a:p>
          <a:p>
            <a:pPr lvl="1">
              <a:buClr>
                <a:schemeClr val="accent2"/>
              </a:buClr>
            </a:pPr>
            <a:r>
              <a:rPr lang="en-US" altLang="ko-KR" sz="1800" dirty="0"/>
              <a:t>English/Korean reading skill needed</a:t>
            </a:r>
            <a:endParaRPr lang="en-US" sz="1800" dirty="0"/>
          </a:p>
          <a:p>
            <a:pPr lvl="1">
              <a:buClr>
                <a:schemeClr val="accent2"/>
              </a:buClr>
            </a:pPr>
            <a:endParaRPr lang="en-US" sz="1800" dirty="0"/>
          </a:p>
          <a:p>
            <a:pPr lvl="1">
              <a:buClr>
                <a:schemeClr val="accent2"/>
              </a:buClr>
            </a:pPr>
            <a:r>
              <a:rPr lang="en-US" sz="1800" dirty="0"/>
              <a:t>Data Structures and Algorithms:</a:t>
            </a:r>
          </a:p>
          <a:p>
            <a:pPr lvl="2">
              <a:buClr>
                <a:schemeClr val="accent2"/>
              </a:buClr>
            </a:pPr>
            <a:r>
              <a:rPr lang="en-US" sz="1400" dirty="0"/>
              <a:t>Array / String / Greedy / Sorting </a:t>
            </a:r>
          </a:p>
          <a:p>
            <a:pPr lvl="2">
              <a:buClr>
                <a:schemeClr val="accent2"/>
              </a:buClr>
            </a:pPr>
            <a:r>
              <a:rPr lang="en-US" sz="1400" dirty="0"/>
              <a:t>Stack / Queue / Deque / Hash / Binary Search / DFS – BFS</a:t>
            </a:r>
          </a:p>
          <a:p>
            <a:pPr lvl="2">
              <a:buClr>
                <a:schemeClr val="accent2"/>
              </a:buClr>
            </a:pPr>
            <a:r>
              <a:rPr lang="en-US" sz="1400" dirty="0"/>
              <a:t>Graph / Tree / Heap / Dynamic Programming</a:t>
            </a:r>
          </a:p>
        </p:txBody>
      </p:sp>
    </p:spTree>
    <p:extLst>
      <p:ext uri="{BB962C8B-B14F-4D97-AF65-F5344CB8AC3E}">
        <p14:creationId xmlns:p14="http://schemas.microsoft.com/office/powerpoint/2010/main" val="425997713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030A76-B788-B363-104E-266B7C7F72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noFill/>
        </p:spPr>
        <p:txBody>
          <a:bodyPr anchor="ctr"/>
          <a:lstStyle/>
          <a:p>
            <a:r>
              <a:rPr lang="en-US" dirty="0"/>
              <a:t>Personal Experience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948542-FCE1-3AE6-C6C9-17975609DF70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838200" y="1436011"/>
            <a:ext cx="6934200" cy="4297680"/>
          </a:xfrm>
          <a:noFill/>
        </p:spPr>
        <p:txBody>
          <a:bodyPr vert="horz" lIns="91440" tIns="45720" rIns="91440" bIns="45720" rtlCol="0" anchor="t">
            <a:normAutofit/>
          </a:bodyPr>
          <a:lstStyle/>
          <a:p>
            <a:pPr lvl="1"/>
            <a:r>
              <a:rPr lang="en-US" dirty="0"/>
              <a:t>Screen Recorder and Camera have to turn on</a:t>
            </a:r>
          </a:p>
          <a:p>
            <a:pPr lvl="1"/>
            <a:r>
              <a:rPr lang="en-US" dirty="0"/>
              <a:t>Double check network condition </a:t>
            </a:r>
          </a:p>
          <a:p>
            <a:pPr lvl="1"/>
            <a:r>
              <a:rPr lang="en-US" dirty="0"/>
              <a:t>You have 1 white paper for drafting</a:t>
            </a:r>
          </a:p>
          <a:p>
            <a:pPr lvl="1"/>
            <a:r>
              <a:rPr lang="en-US" dirty="0"/>
              <a:t>Console Log for debugging</a:t>
            </a:r>
          </a:p>
          <a:p>
            <a:pPr lvl="1"/>
            <a:r>
              <a:rPr lang="en-US" altLang="ko-KR" dirty="0"/>
              <a:t>Brute Force if possible (accept all cases is not required)</a:t>
            </a:r>
          </a:p>
          <a:p>
            <a:pPr lvl="1"/>
            <a:r>
              <a:rPr lang="en-US" altLang="ko-KR" dirty="0"/>
              <a:t>Figure out the way to handle problem base on required input</a:t>
            </a:r>
          </a:p>
          <a:p>
            <a:pPr lvl="1"/>
            <a:r>
              <a:rPr lang="en-US" altLang="ko-KR" dirty="0"/>
              <a:t>Start with small cases for thinking</a:t>
            </a:r>
          </a:p>
          <a:p>
            <a:pPr lvl="1"/>
            <a:r>
              <a:rPr lang="en-US" dirty="0"/>
              <a:t>Limit line of codes (you can not debug over 100 LoCs)</a:t>
            </a:r>
          </a:p>
          <a:p>
            <a:pPr lvl="1"/>
            <a:r>
              <a:rPr lang="en-US" dirty="0"/>
              <a:t>Used algorithm: Graph Traversal, Dynamic Programming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C7F51FD-3AE4-4387-B763-63C8A0911F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0574" y="1160255"/>
            <a:ext cx="3413760" cy="3413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61374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0103C39C-4BAC-4FDE-81AE-2CD3FF5092E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9CED9542-E80C-4BEB-8AF2-96515C5E843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63724" y="1197472"/>
            <a:ext cx="4915163" cy="2094368"/>
          </a:xfrm>
          <a:noFill/>
        </p:spPr>
        <p:txBody>
          <a:bodyPr>
            <a:normAutofit/>
          </a:bodyPr>
          <a:lstStyle/>
          <a:p>
            <a:r>
              <a:rPr lang="en-US" b="1" dirty="0"/>
              <a:t>Learning Resources</a:t>
            </a:r>
          </a:p>
          <a:p>
            <a:pPr lvl="1"/>
            <a:r>
              <a:rPr lang="en-US" dirty="0"/>
              <a:t>DSA courses on Udemy …</a:t>
            </a:r>
          </a:p>
          <a:p>
            <a:pPr lvl="1"/>
            <a:r>
              <a:rPr lang="en-US" dirty="0" err="1"/>
              <a:t>LeetCode</a:t>
            </a:r>
            <a:r>
              <a:rPr lang="en-US" dirty="0"/>
              <a:t> / </a:t>
            </a:r>
            <a:r>
              <a:rPr lang="en-US" dirty="0" err="1"/>
              <a:t>NeetCode</a:t>
            </a:r>
            <a:r>
              <a:rPr lang="en-US" dirty="0"/>
              <a:t> / Hacker Rank …</a:t>
            </a:r>
          </a:p>
          <a:p>
            <a:pPr lvl="1"/>
            <a:r>
              <a:rPr lang="en-US" dirty="0"/>
              <a:t>PCCP Guide / PCCP Training on Wire-Wiki …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176E4F11-9C99-45D1-9FB3-4DDF3111628C}"/>
              </a:ext>
            </a:extLst>
          </p:cNvPr>
          <p:cNvSpPr txBox="1">
            <a:spLocks/>
          </p:cNvSpPr>
          <p:nvPr/>
        </p:nvSpPr>
        <p:spPr>
          <a:xfrm>
            <a:off x="838199" y="3566161"/>
            <a:ext cx="5574915" cy="2675941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00150" indent="-2857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43050" indent="-1714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00250" indent="-1714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Practicing Strategy</a:t>
            </a:r>
          </a:p>
          <a:p>
            <a:pPr lvl="1"/>
            <a:r>
              <a:rPr lang="en-US" b="1" dirty="0"/>
              <a:t>Block Time Scope  for each problem</a:t>
            </a:r>
          </a:p>
          <a:p>
            <a:pPr lvl="1"/>
            <a:r>
              <a:rPr lang="en-US" b="1" dirty="0"/>
              <a:t>Join </a:t>
            </a:r>
            <a:r>
              <a:rPr lang="en-US" altLang="ko-KR" b="1" dirty="0"/>
              <a:t>PCCP mock test / </a:t>
            </a:r>
            <a:r>
              <a:rPr lang="en-US" b="1" dirty="0" err="1"/>
              <a:t>LeetCode</a:t>
            </a:r>
            <a:r>
              <a:rPr lang="en-US" b="1" dirty="0"/>
              <a:t> contest .. about 2 hours </a:t>
            </a:r>
          </a:p>
          <a:p>
            <a:pPr lvl="1"/>
            <a:r>
              <a:rPr lang="en-US" dirty="0"/>
              <a:t>Follow road map. Try with Easy Problem first</a:t>
            </a:r>
          </a:p>
          <a:p>
            <a:pPr lvl="1"/>
            <a:r>
              <a:rPr lang="en-US" dirty="0"/>
              <a:t>At least 1 problem a day. Consistency is needed</a:t>
            </a:r>
          </a:p>
          <a:p>
            <a:pPr lvl="1"/>
            <a:r>
              <a:rPr lang="en-US" dirty="0"/>
              <a:t>It’s OK to use AI as long as you get the solution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CC26B2E-6204-498C-886E-E58436C56A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6172" y="819140"/>
            <a:ext cx="4876800" cy="487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577062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E079F76-7918-4293-8322-E849B2545D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8299" y="2168866"/>
            <a:ext cx="3413760" cy="3413760"/>
          </a:xfrm>
          <a:prstGeom prst="rect">
            <a:avLst/>
          </a:prstGeom>
        </p:spPr>
      </p:pic>
      <p:graphicFrame>
        <p:nvGraphicFramePr>
          <p:cNvPr id="7" name="Table Placeholder 3">
            <a:extLst>
              <a:ext uri="{FF2B5EF4-FFF2-40B4-BE49-F238E27FC236}">
                <a16:creationId xmlns:a16="http://schemas.microsoft.com/office/drawing/2014/main" id="{5448BE2C-90C3-41AC-9D1E-C6154BF3E75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40578445"/>
              </p:ext>
            </p:extLst>
          </p:nvPr>
        </p:nvGraphicFramePr>
        <p:xfrm>
          <a:off x="1080653" y="1806127"/>
          <a:ext cx="7046513" cy="4385946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4387203">
                  <a:extLst>
                    <a:ext uri="{9D8B030D-6E8A-4147-A177-3AD203B41FA5}">
                      <a16:colId xmlns:a16="http://schemas.microsoft.com/office/drawing/2014/main" val="2382218087"/>
                    </a:ext>
                  </a:extLst>
                </a:gridCol>
                <a:gridCol w="2659310">
                  <a:extLst>
                    <a:ext uri="{9D8B030D-6E8A-4147-A177-3AD203B41FA5}">
                      <a16:colId xmlns:a16="http://schemas.microsoft.com/office/drawing/2014/main" val="4277526474"/>
                    </a:ext>
                  </a:extLst>
                </a:gridCol>
              </a:tblGrid>
              <a:tr h="730991">
                <a:tc>
                  <a:txBody>
                    <a:bodyPr/>
                    <a:lstStyle/>
                    <a:p>
                      <a:pPr algn="ctr"/>
                      <a:r>
                        <a:rPr lang="en-US" b="1" i="0" dirty="0">
                          <a:latin typeface="+mj-lt"/>
                        </a:rPr>
                        <a:t>In house Wire-Wiki Resource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i="0" dirty="0">
                          <a:latin typeface="+mj-lt"/>
                        </a:rPr>
                        <a:t>Hours (at least) to complete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57107962"/>
                  </a:ext>
                </a:extLst>
              </a:tr>
              <a:tr h="730991">
                <a:tc>
                  <a:txBody>
                    <a:bodyPr/>
                    <a:lstStyle/>
                    <a:p>
                      <a:pPr algn="l"/>
                      <a:r>
                        <a:rPr lang="en-US" b="1" i="0" dirty="0">
                          <a:latin typeface="+mn-lt"/>
                        </a:rPr>
                        <a:t>PCCP Guide</a:t>
                      </a:r>
                      <a:r>
                        <a:rPr lang="en-US" altLang="ko-KR" b="1" i="0" dirty="0">
                          <a:latin typeface="+mn-lt"/>
                        </a:rPr>
                        <a:t> – </a:t>
                      </a:r>
                      <a:r>
                        <a:rPr lang="en-US" b="1" i="0" dirty="0">
                          <a:latin typeface="+mn-lt"/>
                        </a:rPr>
                        <a:t>Mr. Dao Van </a:t>
                      </a:r>
                      <a:r>
                        <a:rPr lang="en-US" b="1" i="0" dirty="0" err="1">
                          <a:latin typeface="+mn-lt"/>
                        </a:rPr>
                        <a:t>Trong</a:t>
                      </a:r>
                      <a:endParaRPr lang="en-US" b="1" i="0" dirty="0">
                        <a:latin typeface="+mn-lt"/>
                      </a:endParaRP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latin typeface="+mn-lt"/>
                        </a:rPr>
                        <a:t>0.5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1386868"/>
                  </a:ext>
                </a:extLst>
              </a:tr>
              <a:tr h="730991">
                <a:tc>
                  <a:txBody>
                    <a:bodyPr/>
                    <a:lstStyle/>
                    <a:p>
                      <a:pPr algn="l"/>
                      <a:r>
                        <a:rPr lang="en-US" b="1" i="0" dirty="0">
                          <a:latin typeface="+mn-lt"/>
                        </a:rPr>
                        <a:t>PCCP Training – Mr. Nguyen Thanh Tung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latin typeface="+mn-lt"/>
                        </a:rPr>
                        <a:t>10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626418"/>
                  </a:ext>
                </a:extLst>
              </a:tr>
              <a:tr h="730991">
                <a:tc>
                  <a:txBody>
                    <a:bodyPr/>
                    <a:lstStyle/>
                    <a:p>
                      <a:pPr algn="l"/>
                      <a:r>
                        <a:rPr lang="en-US" b="0" i="0" dirty="0">
                          <a:latin typeface="+mn-lt"/>
                        </a:rPr>
                        <a:t>DSA 2025 – CX Team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latin typeface="+mn-lt"/>
                        </a:rPr>
                        <a:t>0.5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32482967"/>
                  </a:ext>
                </a:extLst>
              </a:tr>
              <a:tr h="730991">
                <a:tc>
                  <a:txBody>
                    <a:bodyPr/>
                    <a:lstStyle/>
                    <a:p>
                      <a:pPr algn="l"/>
                      <a:r>
                        <a:rPr lang="en-US" b="0" i="0" dirty="0">
                          <a:latin typeface="+mn-lt"/>
                        </a:rPr>
                        <a:t>PCCP Training </a:t>
                      </a:r>
                      <a:r>
                        <a:rPr lang="en-US" sz="1600" b="0" i="0" dirty="0">
                          <a:latin typeface="+mn-lt"/>
                        </a:rPr>
                        <a:t>– Mr. Nguyen </a:t>
                      </a:r>
                      <a:r>
                        <a:rPr lang="en-US" sz="1600" b="0" i="0" dirty="0" err="1">
                          <a:latin typeface="+mn-lt"/>
                        </a:rPr>
                        <a:t>Dinh</a:t>
                      </a:r>
                      <a:r>
                        <a:rPr lang="en-US" sz="1600" b="0" i="0" dirty="0">
                          <a:latin typeface="+mn-lt"/>
                        </a:rPr>
                        <a:t> Anh Tung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latin typeface="+mn-lt"/>
                        </a:rPr>
                        <a:t>0.5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36251906"/>
                  </a:ext>
                </a:extLst>
              </a:tr>
              <a:tr h="730991">
                <a:tc>
                  <a:txBody>
                    <a:bodyPr/>
                    <a:lstStyle/>
                    <a:p>
                      <a:pPr algn="l"/>
                      <a:r>
                        <a:rPr lang="en-US" b="0" i="0" dirty="0">
                          <a:latin typeface="+mn-lt"/>
                        </a:rPr>
                        <a:t>PCCP 2024 Experience </a:t>
                      </a:r>
                      <a:r>
                        <a:rPr lang="en-US" sz="1400" b="0" i="1" dirty="0">
                          <a:latin typeface="+mn-lt"/>
                        </a:rPr>
                        <a:t>– me, </a:t>
                      </a:r>
                      <a:r>
                        <a:rPr lang="en-US" sz="1400" b="0" i="1" dirty="0" err="1">
                          <a:latin typeface="+mn-lt"/>
                        </a:rPr>
                        <a:t>haha</a:t>
                      </a:r>
                      <a:endParaRPr lang="en-US" sz="1400" b="0" i="1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latin typeface="+mn-lt"/>
                        </a:rPr>
                        <a:t>0.1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685371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3568027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BAC361-0D7A-DC05-86B5-6DD77D322F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876" y="764502"/>
            <a:ext cx="5315035" cy="5328996"/>
          </a:xfrm>
          <a:noFill/>
        </p:spPr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E98EFF-197D-3136-70B9-7BBD30A489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05455" y="755171"/>
            <a:ext cx="4619937" cy="5315035"/>
          </a:xfrm>
          <a:noFill/>
        </p:spPr>
        <p:txBody>
          <a:bodyPr>
            <a:normAutofit/>
          </a:bodyPr>
          <a:lstStyle/>
          <a:p>
            <a:r>
              <a:rPr lang="en-US" dirty="0"/>
              <a:t>Nguyen Thi Binh An</a:t>
            </a:r>
          </a:p>
          <a:p>
            <a:r>
              <a:rPr lang="en-US" sz="1600" dirty="0"/>
              <a:t>D&amp;A Development Team</a:t>
            </a:r>
          </a:p>
          <a:p>
            <a:r>
              <a:rPr lang="en-US" sz="1600" dirty="0"/>
              <a:t>Data Service &amp; Business Part</a:t>
            </a:r>
          </a:p>
          <a:p>
            <a:r>
              <a:rPr lang="en-US" sz="1600" dirty="0"/>
              <a:t>an.ntb@lgcns.com</a:t>
            </a:r>
          </a:p>
        </p:txBody>
      </p:sp>
    </p:spTree>
    <p:extLst>
      <p:ext uri="{BB962C8B-B14F-4D97-AF65-F5344CB8AC3E}">
        <p14:creationId xmlns:p14="http://schemas.microsoft.com/office/powerpoint/2010/main" val="1562484837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TM78504181">
      <a:dk1>
        <a:srgbClr val="000000"/>
      </a:dk1>
      <a:lt1>
        <a:srgbClr val="FFFFFF"/>
      </a:lt1>
      <a:dk2>
        <a:srgbClr val="FFF8F4"/>
      </a:dk2>
      <a:lt2>
        <a:srgbClr val="E8E8E8"/>
      </a:lt2>
      <a:accent1>
        <a:srgbClr val="EE7660"/>
      </a:accent1>
      <a:accent2>
        <a:srgbClr val="4D90EF"/>
      </a:accent2>
      <a:accent3>
        <a:srgbClr val="5B5160"/>
      </a:accent3>
      <a:accent4>
        <a:srgbClr val="2BC2B4"/>
      </a:accent4>
      <a:accent5>
        <a:srgbClr val="C097F8"/>
      </a:accent5>
      <a:accent6>
        <a:srgbClr val="FF9413"/>
      </a:accent6>
      <a:hlink>
        <a:srgbClr val="467886"/>
      </a:hlink>
      <a:folHlink>
        <a:srgbClr val="96607D"/>
      </a:folHlink>
    </a:clrScheme>
    <a:fontScheme name="Custom 49">
      <a:majorFont>
        <a:latin typeface="Tw Cen MT"/>
        <a:ea typeface=""/>
        <a:cs typeface=""/>
      </a:majorFont>
      <a:minorFont>
        <a:latin typeface="Avenir Next LT Pr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M78504181_Win32_SL_V11" id="{D9600F65-346D-4C25-A611-673E5C44A142}" vid="{299F2556-E258-444F-A1E6-FA759CE2285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67FFD73E-D96B-4428-99CD-717A4897D3B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285E733-8340-4FDD-A6FC-B22F1B75E4E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A3165DE6-2DCE-44FC-94B7-A499559DBF88}">
  <ds:schemaRefs>
    <ds:schemaRef ds:uri="http://schemas.microsoft.com/office/infopath/2007/PartnerControls"/>
    <ds:schemaRef ds:uri="http://purl.org/dc/elements/1.1/"/>
    <ds:schemaRef ds:uri="230e9df3-be65-4c73-a93b-d1236ebd677e"/>
    <ds:schemaRef ds:uri="http://schemas.openxmlformats.org/package/2006/metadata/core-properties"/>
    <ds:schemaRef ds:uri="71af3243-3dd4-4a8d-8c0d-dd76da1f02a5"/>
    <ds:schemaRef ds:uri="http://schemas.microsoft.com/office/2006/documentManagement/types"/>
    <ds:schemaRef ds:uri="16c05727-aa75-4e4a-9b5f-8a80a1165891"/>
    <ds:schemaRef ds:uri="http://schemas.microsoft.com/sharepoint/v3"/>
    <ds:schemaRef ds:uri="http://schemas.microsoft.com/office/2006/metadata/properties"/>
    <ds:schemaRef ds:uri="http://www.w3.org/XML/1998/namespace"/>
    <ds:schemaRef ds:uri="http://purl.org/dc/dcmitype/"/>
    <ds:schemaRef ds:uri="http://purl.org/dc/terms/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1683</TotalTime>
  <Words>611</Words>
  <Application>Microsoft Office PowerPoint</Application>
  <PresentationFormat>Widescreen</PresentationFormat>
  <Paragraphs>203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9" baseType="lpstr">
      <vt:lpstr>Aptos</vt:lpstr>
      <vt:lpstr>Arial</vt:lpstr>
      <vt:lpstr>Avenir Next LT Pro</vt:lpstr>
      <vt:lpstr>Avenir Next LT Pro Light</vt:lpstr>
      <vt:lpstr>Calibri</vt:lpstr>
      <vt:lpstr>Tw Cen MT</vt:lpstr>
      <vt:lpstr>Custom</vt:lpstr>
      <vt:lpstr>Data Structure and Algorithm – PCCP  D&amp;A Team Tech Talk Speaker : Nguyen Thi Binh An </vt:lpstr>
      <vt:lpstr>Outline</vt:lpstr>
      <vt:lpstr>Introduction</vt:lpstr>
      <vt:lpstr>Who is  involved ?</vt:lpstr>
      <vt:lpstr>What is it?</vt:lpstr>
      <vt:lpstr>Where is  applied ?</vt:lpstr>
      <vt:lpstr>When is used ?</vt:lpstr>
      <vt:lpstr>Why it needed?</vt:lpstr>
      <vt:lpstr>DSA Common Roadmap</vt:lpstr>
      <vt:lpstr>Core Concepts</vt:lpstr>
      <vt:lpstr>Core Concepts</vt:lpstr>
      <vt:lpstr>PowerPoint Presentation</vt:lpstr>
      <vt:lpstr>Simple Demo</vt:lpstr>
      <vt:lpstr>Core Concepts</vt:lpstr>
      <vt:lpstr>Simple Demo</vt:lpstr>
      <vt:lpstr>Simple Demo</vt:lpstr>
      <vt:lpstr>Simple Demo</vt:lpstr>
      <vt:lpstr>Simple Demo</vt:lpstr>
      <vt:lpstr>Simple Demo</vt:lpstr>
      <vt:lpstr>Core Algorithms</vt:lpstr>
      <vt:lpstr>Simple Demo</vt:lpstr>
      <vt:lpstr>Simple Demo</vt:lpstr>
      <vt:lpstr>Simple Demo</vt:lpstr>
      <vt:lpstr>Simple Demo</vt:lpstr>
      <vt:lpstr>Simple Demo</vt:lpstr>
      <vt:lpstr>PCCP Focused</vt:lpstr>
      <vt:lpstr>PowerPoint Presentation</vt:lpstr>
      <vt:lpstr>Contest Scope</vt:lpstr>
      <vt:lpstr>Personal Experience</vt:lpstr>
      <vt:lpstr>PowerPoint Presentation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Basic presentation</dc:title>
  <cp:lastModifiedBy>NGUYEN THI BINH AN</cp:lastModifiedBy>
  <cp:revision>43</cp:revision>
  <dcterms:created xsi:type="dcterms:W3CDTF">2024-01-11T14:50:00Z</dcterms:created>
  <dcterms:modified xsi:type="dcterms:W3CDTF">2025-04-14T04:50:57Z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