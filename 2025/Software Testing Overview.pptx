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70" r:id="rId10"/>
    <p:sldId id="267" r:id="rId11"/>
    <p:sldId id="268" r:id="rId12"/>
    <p:sldId id="272" r:id="rId13"/>
    <p:sldId id="274" r:id="rId14"/>
    <p:sldId id="275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6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58B3A1-A800-43FF-A549-059D5F7747A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E8388BA-B495-4D1C-B9C6-C5EE8709F106}">
      <dgm:prSet/>
      <dgm:spPr/>
      <dgm:t>
        <a:bodyPr/>
        <a:lstStyle/>
        <a:p>
          <a:r>
            <a: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Basic concepts and principles of software testing</a:t>
          </a:r>
          <a:endParaRPr lang="en-US" dirty="0">
            <a:latin typeface="LG스마트체2.0 Regular" panose="020B0600000101010101" pitchFamily="50" charset="-127"/>
            <a:ea typeface="LG스마트체2.0 Regular" panose="020B0600000101010101" pitchFamily="50" charset="-127"/>
          </a:endParaRPr>
        </a:p>
      </dgm:t>
    </dgm:pt>
    <dgm:pt modelId="{4E8659DF-8685-4E1C-A250-42520239A6E7}" type="parTrans" cxnId="{D63C8959-FC58-4AD9-9DCC-A73A99149374}">
      <dgm:prSet/>
      <dgm:spPr/>
      <dgm:t>
        <a:bodyPr/>
        <a:lstStyle/>
        <a:p>
          <a:endParaRPr lang="en-US"/>
        </a:p>
      </dgm:t>
    </dgm:pt>
    <dgm:pt modelId="{4CC2C7A4-C22A-4372-B0CB-104633F3980B}" type="sibTrans" cxnId="{D63C8959-FC58-4AD9-9DCC-A73A99149374}">
      <dgm:prSet/>
      <dgm:spPr/>
      <dgm:t>
        <a:bodyPr/>
        <a:lstStyle/>
        <a:p>
          <a:endParaRPr lang="en-US"/>
        </a:p>
      </dgm:t>
    </dgm:pt>
    <dgm:pt modelId="{175C926A-5BEA-478F-A1D9-4F3179100CA1}">
      <dgm:prSet/>
      <dgm:spPr/>
      <dgm:t>
        <a:bodyPr/>
        <a:lstStyle/>
        <a:p>
          <a:r>
            <a: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Software development lifecycle and Testing process</a:t>
          </a:r>
          <a:endParaRPr lang="en-US" dirty="0">
            <a:latin typeface="LG스마트체2.0 Regular" panose="020B0600000101010101" pitchFamily="50" charset="-127"/>
            <a:ea typeface="LG스마트체2.0 Regular" panose="020B0600000101010101" pitchFamily="50" charset="-127"/>
          </a:endParaRPr>
        </a:p>
      </dgm:t>
    </dgm:pt>
    <dgm:pt modelId="{646371C4-C04B-45AE-B6D1-9B5A4C92D23E}" type="parTrans" cxnId="{F2397907-9383-4E29-8B7E-DBE62CA9067D}">
      <dgm:prSet/>
      <dgm:spPr/>
      <dgm:t>
        <a:bodyPr/>
        <a:lstStyle/>
        <a:p>
          <a:endParaRPr lang="en-US"/>
        </a:p>
      </dgm:t>
    </dgm:pt>
    <dgm:pt modelId="{C53AAF2B-60B8-4F81-A72D-E12041A10206}" type="sibTrans" cxnId="{F2397907-9383-4E29-8B7E-DBE62CA9067D}">
      <dgm:prSet/>
      <dgm:spPr/>
      <dgm:t>
        <a:bodyPr/>
        <a:lstStyle/>
        <a:p>
          <a:endParaRPr lang="en-US"/>
        </a:p>
      </dgm:t>
    </dgm:pt>
    <dgm:pt modelId="{D5D498EF-331D-444D-AB07-DD427EF7F338}">
      <dgm:prSet/>
      <dgm:spPr/>
      <dgm:t>
        <a:bodyPr/>
        <a:lstStyle/>
        <a:p>
          <a:r>
            <a: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Software Test Types</a:t>
          </a:r>
          <a:endParaRPr lang="en-US" dirty="0">
            <a:latin typeface="LG스마트체2.0 Regular" panose="020B0600000101010101" pitchFamily="50" charset="-127"/>
            <a:ea typeface="LG스마트체2.0 Regular" panose="020B0600000101010101" pitchFamily="50" charset="-127"/>
          </a:endParaRPr>
        </a:p>
      </dgm:t>
    </dgm:pt>
    <dgm:pt modelId="{CAB49BC1-55A9-42B6-9F3D-994134AF058D}" type="parTrans" cxnId="{241D12B7-4AA7-42C9-9DB1-6925E14A470D}">
      <dgm:prSet/>
      <dgm:spPr/>
      <dgm:t>
        <a:bodyPr/>
        <a:lstStyle/>
        <a:p>
          <a:endParaRPr lang="en-US"/>
        </a:p>
      </dgm:t>
    </dgm:pt>
    <dgm:pt modelId="{AA5A4457-38EF-4A0F-8BC8-9E740534ED05}" type="sibTrans" cxnId="{241D12B7-4AA7-42C9-9DB1-6925E14A470D}">
      <dgm:prSet/>
      <dgm:spPr/>
      <dgm:t>
        <a:bodyPr/>
        <a:lstStyle/>
        <a:p>
          <a:endParaRPr lang="en-US"/>
        </a:p>
      </dgm:t>
    </dgm:pt>
    <dgm:pt modelId="{E8328FB4-1D05-431A-B0E4-FB2C8520609A}" type="pres">
      <dgm:prSet presAssocID="{C958B3A1-A800-43FF-A549-059D5F7747A0}" presName="linear" presStyleCnt="0">
        <dgm:presLayoutVars>
          <dgm:animLvl val="lvl"/>
          <dgm:resizeHandles val="exact"/>
        </dgm:presLayoutVars>
      </dgm:prSet>
      <dgm:spPr/>
    </dgm:pt>
    <dgm:pt modelId="{C83B42F4-E8AD-4D54-B12E-0358860825C7}" type="pres">
      <dgm:prSet presAssocID="{6E8388BA-B495-4D1C-B9C6-C5EE8709F1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BD1504-86AC-4DB7-B78C-E36512D26E18}" type="pres">
      <dgm:prSet presAssocID="{4CC2C7A4-C22A-4372-B0CB-104633F3980B}" presName="spacer" presStyleCnt="0"/>
      <dgm:spPr/>
    </dgm:pt>
    <dgm:pt modelId="{53F9F4A4-E7BE-45F3-A06D-5368BE28FE7E}" type="pres">
      <dgm:prSet presAssocID="{175C926A-5BEA-478F-A1D9-4F3179100C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322515F-4977-48A0-9C3B-6972CE1F72D0}" type="pres">
      <dgm:prSet presAssocID="{C53AAF2B-60B8-4F81-A72D-E12041A10206}" presName="spacer" presStyleCnt="0"/>
      <dgm:spPr/>
    </dgm:pt>
    <dgm:pt modelId="{ED42E2D5-987D-44F1-A786-28BA828C48AB}" type="pres">
      <dgm:prSet presAssocID="{D5D498EF-331D-444D-AB07-DD427EF7F33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397907-9383-4E29-8B7E-DBE62CA9067D}" srcId="{C958B3A1-A800-43FF-A549-059D5F7747A0}" destId="{175C926A-5BEA-478F-A1D9-4F3179100CA1}" srcOrd="1" destOrd="0" parTransId="{646371C4-C04B-45AE-B6D1-9B5A4C92D23E}" sibTransId="{C53AAF2B-60B8-4F81-A72D-E12041A10206}"/>
    <dgm:cxn modelId="{A4BE7721-AE64-4FB3-82D4-1E5A599B1188}" type="presOf" srcId="{D5D498EF-331D-444D-AB07-DD427EF7F338}" destId="{ED42E2D5-987D-44F1-A786-28BA828C48AB}" srcOrd="0" destOrd="0" presId="urn:microsoft.com/office/officeart/2005/8/layout/vList2"/>
    <dgm:cxn modelId="{D63C8959-FC58-4AD9-9DCC-A73A99149374}" srcId="{C958B3A1-A800-43FF-A549-059D5F7747A0}" destId="{6E8388BA-B495-4D1C-B9C6-C5EE8709F106}" srcOrd="0" destOrd="0" parTransId="{4E8659DF-8685-4E1C-A250-42520239A6E7}" sibTransId="{4CC2C7A4-C22A-4372-B0CB-104633F3980B}"/>
    <dgm:cxn modelId="{12D00B94-6AE2-478B-86F2-27285F70598E}" type="presOf" srcId="{C958B3A1-A800-43FF-A549-059D5F7747A0}" destId="{E8328FB4-1D05-431A-B0E4-FB2C8520609A}" srcOrd="0" destOrd="0" presId="urn:microsoft.com/office/officeart/2005/8/layout/vList2"/>
    <dgm:cxn modelId="{241D12B7-4AA7-42C9-9DB1-6925E14A470D}" srcId="{C958B3A1-A800-43FF-A549-059D5F7747A0}" destId="{D5D498EF-331D-444D-AB07-DD427EF7F338}" srcOrd="2" destOrd="0" parTransId="{CAB49BC1-55A9-42B6-9F3D-994134AF058D}" sibTransId="{AA5A4457-38EF-4A0F-8BC8-9E740534ED05}"/>
    <dgm:cxn modelId="{0AC173CC-D839-4A86-B725-864368E17F96}" type="presOf" srcId="{6E8388BA-B495-4D1C-B9C6-C5EE8709F106}" destId="{C83B42F4-E8AD-4D54-B12E-0358860825C7}" srcOrd="0" destOrd="0" presId="urn:microsoft.com/office/officeart/2005/8/layout/vList2"/>
    <dgm:cxn modelId="{81D117D7-D90B-4AAF-A8F9-E39E70874375}" type="presOf" srcId="{175C926A-5BEA-478F-A1D9-4F3179100CA1}" destId="{53F9F4A4-E7BE-45F3-A06D-5368BE28FE7E}" srcOrd="0" destOrd="0" presId="urn:microsoft.com/office/officeart/2005/8/layout/vList2"/>
    <dgm:cxn modelId="{377232F9-1A90-4ECE-A666-FECE4505F30E}" type="presParOf" srcId="{E8328FB4-1D05-431A-B0E4-FB2C8520609A}" destId="{C83B42F4-E8AD-4D54-B12E-0358860825C7}" srcOrd="0" destOrd="0" presId="urn:microsoft.com/office/officeart/2005/8/layout/vList2"/>
    <dgm:cxn modelId="{A052D932-7A66-4785-8AE8-74E4A6DAE319}" type="presParOf" srcId="{E8328FB4-1D05-431A-B0E4-FB2C8520609A}" destId="{70BD1504-86AC-4DB7-B78C-E36512D26E18}" srcOrd="1" destOrd="0" presId="urn:microsoft.com/office/officeart/2005/8/layout/vList2"/>
    <dgm:cxn modelId="{C82ABEC2-3D29-41BC-852C-FFAFACF97E31}" type="presParOf" srcId="{E8328FB4-1D05-431A-B0E4-FB2C8520609A}" destId="{53F9F4A4-E7BE-45F3-A06D-5368BE28FE7E}" srcOrd="2" destOrd="0" presId="urn:microsoft.com/office/officeart/2005/8/layout/vList2"/>
    <dgm:cxn modelId="{F02602CA-77A3-4382-8140-75A679B32FC1}" type="presParOf" srcId="{E8328FB4-1D05-431A-B0E4-FB2C8520609A}" destId="{6322515F-4977-48A0-9C3B-6972CE1F72D0}" srcOrd="3" destOrd="0" presId="urn:microsoft.com/office/officeart/2005/8/layout/vList2"/>
    <dgm:cxn modelId="{0C7D76A0-662A-4EE5-AC57-6AC975CA9E99}" type="presParOf" srcId="{E8328FB4-1D05-431A-B0E4-FB2C8520609A}" destId="{ED42E2D5-987D-44F1-A786-28BA828C48A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D60656-D2B2-43AF-9B1A-A557BC309DE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30D1125-23BF-4FC7-B9D9-E9199B4C58CE}">
      <dgm:prSet/>
      <dgm:spPr/>
      <dgm:t>
        <a:bodyPr/>
        <a:lstStyle/>
        <a:p>
          <a:r>
            <a:rPr lang="en-US" b="0" i="0" dirty="0"/>
            <a:t>Requirement Analysis</a:t>
          </a:r>
          <a:r>
            <a:rPr lang="en-US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(56%)</a:t>
          </a:r>
        </a:p>
      </dgm:t>
    </dgm:pt>
    <dgm:pt modelId="{D8F7AC2A-4027-464F-9A59-B669DA253A55}" type="parTrans" cxnId="{02E6D200-85DE-48E1-BB3C-607D0BADB69B}">
      <dgm:prSet/>
      <dgm:spPr/>
      <dgm:t>
        <a:bodyPr/>
        <a:lstStyle/>
        <a:p>
          <a:endParaRPr lang="en-US"/>
        </a:p>
      </dgm:t>
    </dgm:pt>
    <dgm:pt modelId="{6CB199DD-6E1F-4AD6-B2FC-31594FF24C12}" type="sibTrans" cxnId="{02E6D200-85DE-48E1-BB3C-607D0BADB69B}">
      <dgm:prSet/>
      <dgm:spPr/>
      <dgm:t>
        <a:bodyPr/>
        <a:lstStyle/>
        <a:p>
          <a:endParaRPr lang="en-US"/>
        </a:p>
      </dgm:t>
    </dgm:pt>
    <dgm:pt modelId="{45E4C309-0A72-4817-B346-015876F4E53B}">
      <dgm:prSet/>
      <dgm:spPr/>
      <dgm:t>
        <a:bodyPr/>
        <a:lstStyle/>
        <a:p>
          <a:r>
            <a:rPr lang="en-US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Design(27%)</a:t>
          </a:r>
        </a:p>
      </dgm:t>
    </dgm:pt>
    <dgm:pt modelId="{33CE477D-E9FE-4B45-99F6-236EFEC4512E}" type="parTrans" cxnId="{8AE47AE9-99D3-40BD-A44F-41E308DB51C5}">
      <dgm:prSet/>
      <dgm:spPr/>
      <dgm:t>
        <a:bodyPr/>
        <a:lstStyle/>
        <a:p>
          <a:endParaRPr lang="en-US"/>
        </a:p>
      </dgm:t>
    </dgm:pt>
    <dgm:pt modelId="{B10D0AF0-99BF-46A2-982F-1FED91CA4878}" type="sibTrans" cxnId="{8AE47AE9-99D3-40BD-A44F-41E308DB51C5}">
      <dgm:prSet/>
      <dgm:spPr/>
      <dgm:t>
        <a:bodyPr/>
        <a:lstStyle/>
        <a:p>
          <a:endParaRPr lang="en-US"/>
        </a:p>
      </dgm:t>
    </dgm:pt>
    <dgm:pt modelId="{DB073B2C-A84B-478F-A17E-8AC7F463F49A}">
      <dgm:prSet/>
      <dgm:spPr/>
      <dgm:t>
        <a:bodyPr/>
        <a:lstStyle/>
        <a:p>
          <a:r>
            <a:rPr lang="en-US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Code(10%)</a:t>
          </a:r>
        </a:p>
      </dgm:t>
    </dgm:pt>
    <dgm:pt modelId="{47D0D97E-4E95-43BE-976A-B4C0A72F70DC}" type="parTrans" cxnId="{520A563F-9AEE-413C-B67C-7E69CDD826D0}">
      <dgm:prSet/>
      <dgm:spPr/>
      <dgm:t>
        <a:bodyPr/>
        <a:lstStyle/>
        <a:p>
          <a:endParaRPr lang="en-US"/>
        </a:p>
      </dgm:t>
    </dgm:pt>
    <dgm:pt modelId="{D96765CE-9C3C-4E58-A44B-577338B0433C}" type="sibTrans" cxnId="{520A563F-9AEE-413C-B67C-7E69CDD826D0}">
      <dgm:prSet/>
      <dgm:spPr/>
      <dgm:t>
        <a:bodyPr/>
        <a:lstStyle/>
        <a:p>
          <a:endParaRPr lang="en-US"/>
        </a:p>
      </dgm:t>
    </dgm:pt>
    <dgm:pt modelId="{E85EBE22-457B-441B-A988-47D4A17CE49C}">
      <dgm:prSet/>
      <dgm:spPr/>
      <dgm:t>
        <a:bodyPr/>
        <a:lstStyle/>
        <a:p>
          <a:r>
            <a:rPr lang="en-US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Etc.(7%)</a:t>
          </a:r>
        </a:p>
      </dgm:t>
    </dgm:pt>
    <dgm:pt modelId="{933A7A7D-22D1-4FCF-9B9C-795FF1EDD01F}" type="parTrans" cxnId="{8DF7A3BD-D8A0-4BA9-98E6-233A83F2F4D8}">
      <dgm:prSet/>
      <dgm:spPr/>
      <dgm:t>
        <a:bodyPr/>
        <a:lstStyle/>
        <a:p>
          <a:endParaRPr lang="en-US"/>
        </a:p>
      </dgm:t>
    </dgm:pt>
    <dgm:pt modelId="{E86D7DFC-FB4F-4F84-BCC2-5F302E2EFF91}" type="sibTrans" cxnId="{8DF7A3BD-D8A0-4BA9-98E6-233A83F2F4D8}">
      <dgm:prSet/>
      <dgm:spPr/>
      <dgm:t>
        <a:bodyPr/>
        <a:lstStyle/>
        <a:p>
          <a:endParaRPr lang="en-US"/>
        </a:p>
      </dgm:t>
    </dgm:pt>
    <dgm:pt modelId="{9E214914-5B91-4D9F-9C3D-4CC3DF0AD953}" type="pres">
      <dgm:prSet presAssocID="{89D60656-D2B2-43AF-9B1A-A557BC309DED}" presName="linear" presStyleCnt="0">
        <dgm:presLayoutVars>
          <dgm:animLvl val="lvl"/>
          <dgm:resizeHandles val="exact"/>
        </dgm:presLayoutVars>
      </dgm:prSet>
      <dgm:spPr/>
    </dgm:pt>
    <dgm:pt modelId="{3E07EDA4-E9D1-4254-A6E6-F853DCDC7BC2}" type="pres">
      <dgm:prSet presAssocID="{730D1125-23BF-4FC7-B9D9-E9199B4C58C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E9452F-57CF-484C-A439-C6A52F292419}" type="pres">
      <dgm:prSet presAssocID="{6CB199DD-6E1F-4AD6-B2FC-31594FF24C12}" presName="spacer" presStyleCnt="0"/>
      <dgm:spPr/>
    </dgm:pt>
    <dgm:pt modelId="{54F6399C-A36E-4CA6-9539-BE3E69F7FEAA}" type="pres">
      <dgm:prSet presAssocID="{45E4C309-0A72-4817-B346-015876F4E5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1D446B-7519-441C-B459-C371A39A7984}" type="pres">
      <dgm:prSet presAssocID="{B10D0AF0-99BF-46A2-982F-1FED91CA4878}" presName="spacer" presStyleCnt="0"/>
      <dgm:spPr/>
    </dgm:pt>
    <dgm:pt modelId="{D68CB956-B0BE-436A-90AE-2991DBBD0F7F}" type="pres">
      <dgm:prSet presAssocID="{DB073B2C-A84B-478F-A17E-8AC7F463F4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71DC33-FABD-4AA3-9FEB-5B6405F9B61C}" type="pres">
      <dgm:prSet presAssocID="{D96765CE-9C3C-4E58-A44B-577338B0433C}" presName="spacer" presStyleCnt="0"/>
      <dgm:spPr/>
    </dgm:pt>
    <dgm:pt modelId="{BF87FB9D-FA82-45BD-BBC2-537DE5678459}" type="pres">
      <dgm:prSet presAssocID="{E85EBE22-457B-441B-A988-47D4A17CE4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E6D200-85DE-48E1-BB3C-607D0BADB69B}" srcId="{89D60656-D2B2-43AF-9B1A-A557BC309DED}" destId="{730D1125-23BF-4FC7-B9D9-E9199B4C58CE}" srcOrd="0" destOrd="0" parTransId="{D8F7AC2A-4027-464F-9A59-B669DA253A55}" sibTransId="{6CB199DD-6E1F-4AD6-B2FC-31594FF24C12}"/>
    <dgm:cxn modelId="{72000F3E-1990-4D09-9A5B-8A1880A8E178}" type="presOf" srcId="{730D1125-23BF-4FC7-B9D9-E9199B4C58CE}" destId="{3E07EDA4-E9D1-4254-A6E6-F853DCDC7BC2}" srcOrd="0" destOrd="0" presId="urn:microsoft.com/office/officeart/2005/8/layout/vList2"/>
    <dgm:cxn modelId="{520A563F-9AEE-413C-B67C-7E69CDD826D0}" srcId="{89D60656-D2B2-43AF-9B1A-A557BC309DED}" destId="{DB073B2C-A84B-478F-A17E-8AC7F463F49A}" srcOrd="2" destOrd="0" parTransId="{47D0D97E-4E95-43BE-976A-B4C0A72F70DC}" sibTransId="{D96765CE-9C3C-4E58-A44B-577338B0433C}"/>
    <dgm:cxn modelId="{CBE23B69-2280-4431-9205-540DD1EAEC7D}" type="presOf" srcId="{45E4C309-0A72-4817-B346-015876F4E53B}" destId="{54F6399C-A36E-4CA6-9539-BE3E69F7FEAA}" srcOrd="0" destOrd="0" presId="urn:microsoft.com/office/officeart/2005/8/layout/vList2"/>
    <dgm:cxn modelId="{8DF7A3BD-D8A0-4BA9-98E6-233A83F2F4D8}" srcId="{89D60656-D2B2-43AF-9B1A-A557BC309DED}" destId="{E85EBE22-457B-441B-A988-47D4A17CE49C}" srcOrd="3" destOrd="0" parTransId="{933A7A7D-22D1-4FCF-9B9C-795FF1EDD01F}" sibTransId="{E86D7DFC-FB4F-4F84-BCC2-5F302E2EFF91}"/>
    <dgm:cxn modelId="{196C93E5-3CB8-41FA-AEEC-611451F0E1F5}" type="presOf" srcId="{DB073B2C-A84B-478F-A17E-8AC7F463F49A}" destId="{D68CB956-B0BE-436A-90AE-2991DBBD0F7F}" srcOrd="0" destOrd="0" presId="urn:microsoft.com/office/officeart/2005/8/layout/vList2"/>
    <dgm:cxn modelId="{77E659E6-B561-4675-90B8-0136B36E2797}" type="presOf" srcId="{89D60656-D2B2-43AF-9B1A-A557BC309DED}" destId="{9E214914-5B91-4D9F-9C3D-4CC3DF0AD953}" srcOrd="0" destOrd="0" presId="urn:microsoft.com/office/officeart/2005/8/layout/vList2"/>
    <dgm:cxn modelId="{826777E9-9ED1-4B1A-BDBE-CB8158FDDC3D}" type="presOf" srcId="{E85EBE22-457B-441B-A988-47D4A17CE49C}" destId="{BF87FB9D-FA82-45BD-BBC2-537DE5678459}" srcOrd="0" destOrd="0" presId="urn:microsoft.com/office/officeart/2005/8/layout/vList2"/>
    <dgm:cxn modelId="{8AE47AE9-99D3-40BD-A44F-41E308DB51C5}" srcId="{89D60656-D2B2-43AF-9B1A-A557BC309DED}" destId="{45E4C309-0A72-4817-B346-015876F4E53B}" srcOrd="1" destOrd="0" parTransId="{33CE477D-E9FE-4B45-99F6-236EFEC4512E}" sibTransId="{B10D0AF0-99BF-46A2-982F-1FED91CA4878}"/>
    <dgm:cxn modelId="{94D7E089-10A6-4122-A5BF-93AF65F34612}" type="presParOf" srcId="{9E214914-5B91-4D9F-9C3D-4CC3DF0AD953}" destId="{3E07EDA4-E9D1-4254-A6E6-F853DCDC7BC2}" srcOrd="0" destOrd="0" presId="urn:microsoft.com/office/officeart/2005/8/layout/vList2"/>
    <dgm:cxn modelId="{B0F4C600-2045-4DDE-B311-4EC4C696E070}" type="presParOf" srcId="{9E214914-5B91-4D9F-9C3D-4CC3DF0AD953}" destId="{FFE9452F-57CF-484C-A439-C6A52F292419}" srcOrd="1" destOrd="0" presId="urn:microsoft.com/office/officeart/2005/8/layout/vList2"/>
    <dgm:cxn modelId="{34CB0806-FB48-4598-9AF0-B23FAE60DFBC}" type="presParOf" srcId="{9E214914-5B91-4D9F-9C3D-4CC3DF0AD953}" destId="{54F6399C-A36E-4CA6-9539-BE3E69F7FEAA}" srcOrd="2" destOrd="0" presId="urn:microsoft.com/office/officeart/2005/8/layout/vList2"/>
    <dgm:cxn modelId="{8F275650-7DE7-4670-8362-8AAB25745B71}" type="presParOf" srcId="{9E214914-5B91-4D9F-9C3D-4CC3DF0AD953}" destId="{781D446B-7519-441C-B459-C371A39A7984}" srcOrd="3" destOrd="0" presId="urn:microsoft.com/office/officeart/2005/8/layout/vList2"/>
    <dgm:cxn modelId="{0D76412B-322B-4E43-AADB-72C8C7EB2988}" type="presParOf" srcId="{9E214914-5B91-4D9F-9C3D-4CC3DF0AD953}" destId="{D68CB956-B0BE-436A-90AE-2991DBBD0F7F}" srcOrd="4" destOrd="0" presId="urn:microsoft.com/office/officeart/2005/8/layout/vList2"/>
    <dgm:cxn modelId="{4DC1A345-20EF-45A4-80A1-11534C622070}" type="presParOf" srcId="{9E214914-5B91-4D9F-9C3D-4CC3DF0AD953}" destId="{E671DC33-FABD-4AA3-9FEB-5B6405F9B61C}" srcOrd="5" destOrd="0" presId="urn:microsoft.com/office/officeart/2005/8/layout/vList2"/>
    <dgm:cxn modelId="{01CF0738-6C6F-4A68-A43B-9A887FD9794B}" type="presParOf" srcId="{9E214914-5B91-4D9F-9C3D-4CC3DF0AD953}" destId="{BF87FB9D-FA82-45BD-BBC2-537DE56784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2D624C-595D-45ED-8CF1-AFAC25793E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78C5971-6B88-4A08-8970-8FDD7E947A95}">
      <dgm:prSet/>
      <dgm:spPr/>
      <dgm:t>
        <a:bodyPr/>
        <a:lstStyle/>
        <a:p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Testing shows presence of defects</a:t>
          </a:r>
        </a:p>
      </dgm:t>
    </dgm:pt>
    <dgm:pt modelId="{026F839A-C155-4836-88BC-EA9EB547A45E}" type="parTrans" cxnId="{E0D7529F-6847-486C-AA8B-D167BD22C6C5}">
      <dgm:prSet/>
      <dgm:spPr/>
      <dgm:t>
        <a:bodyPr/>
        <a:lstStyle/>
        <a:p>
          <a:endParaRPr lang="en-US"/>
        </a:p>
      </dgm:t>
    </dgm:pt>
    <dgm:pt modelId="{DCBEFA66-E5AF-476B-BF2C-9CF349EFA8B7}" type="sibTrans" cxnId="{E0D7529F-6847-486C-AA8B-D167BD22C6C5}">
      <dgm:prSet/>
      <dgm:spPr/>
      <dgm:t>
        <a:bodyPr/>
        <a:lstStyle/>
        <a:p>
          <a:endParaRPr lang="en-US"/>
        </a:p>
      </dgm:t>
    </dgm:pt>
    <dgm:pt modelId="{C9C35B62-F7D5-4595-824F-678A5A283CBF}">
      <dgm:prSet/>
      <dgm:spPr/>
      <dgm:t>
        <a:bodyPr/>
        <a:lstStyle/>
        <a:p>
          <a:r>
            <a:rPr lang="en-US" b="0" i="0" dirty="0"/>
            <a:t>Testing is an activity that reveals that a defect exists. However, it cannot be proved that there is no defect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82EC2B5B-ED7E-46C9-AC93-323CD679EE48}" type="parTrans" cxnId="{81AD20B8-EE63-4F55-85A4-80619D42D12E}">
      <dgm:prSet/>
      <dgm:spPr/>
      <dgm:t>
        <a:bodyPr/>
        <a:lstStyle/>
        <a:p>
          <a:endParaRPr lang="en-US"/>
        </a:p>
      </dgm:t>
    </dgm:pt>
    <dgm:pt modelId="{53BEBB04-DE6F-47E4-A348-9B7958416AF6}" type="sibTrans" cxnId="{81AD20B8-EE63-4F55-85A4-80619D42D12E}">
      <dgm:prSet/>
      <dgm:spPr/>
      <dgm:t>
        <a:bodyPr/>
        <a:lstStyle/>
        <a:p>
          <a:endParaRPr lang="en-US"/>
        </a:p>
      </dgm:t>
    </dgm:pt>
    <dgm:pt modelId="{0308D6AF-0A88-4E5B-9864-7819C12576E0}">
      <dgm:prSet/>
      <dgm:spPr/>
      <dgm:t>
        <a:bodyPr/>
        <a:lstStyle/>
        <a:p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Exhaustive testing is impossible</a:t>
          </a:r>
        </a:p>
      </dgm:t>
    </dgm:pt>
    <dgm:pt modelId="{D6E861A0-7791-45CC-AD7A-954978F14945}" type="parTrans" cxnId="{5B572938-688B-4ED8-AEB3-7A150D385B86}">
      <dgm:prSet/>
      <dgm:spPr/>
      <dgm:t>
        <a:bodyPr/>
        <a:lstStyle/>
        <a:p>
          <a:endParaRPr lang="en-US"/>
        </a:p>
      </dgm:t>
    </dgm:pt>
    <dgm:pt modelId="{31E3FE72-03D0-461A-94FC-8ED299C32AD9}" type="sibTrans" cxnId="{5B572938-688B-4ED8-AEB3-7A150D385B86}">
      <dgm:prSet/>
      <dgm:spPr/>
      <dgm:t>
        <a:bodyPr/>
        <a:lstStyle/>
        <a:p>
          <a:endParaRPr lang="en-US"/>
        </a:p>
      </dgm:t>
    </dgm:pt>
    <dgm:pt modelId="{ACCEAFE8-C568-4D72-A948-B4B7F25B4285}">
      <dgm:prSet/>
      <dgm:spPr/>
      <dgm:t>
        <a:bodyPr/>
        <a:lstStyle/>
        <a:p>
          <a:r>
            <a:rPr lang="en-US" b="0" i="0" dirty="0"/>
            <a:t>Perfect testing is impossible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FE58A7F6-2B9E-4B4A-B8BD-437BB3C6766F}" type="parTrans" cxnId="{B4F3CD51-B4A4-4B4E-BFDC-C9A846B49A61}">
      <dgm:prSet/>
      <dgm:spPr/>
      <dgm:t>
        <a:bodyPr/>
        <a:lstStyle/>
        <a:p>
          <a:endParaRPr lang="en-US"/>
        </a:p>
      </dgm:t>
    </dgm:pt>
    <dgm:pt modelId="{27E04C62-ADC7-46FA-BE6B-FEF694B59251}" type="sibTrans" cxnId="{B4F3CD51-B4A4-4B4E-BFDC-C9A846B49A61}">
      <dgm:prSet/>
      <dgm:spPr/>
      <dgm:t>
        <a:bodyPr/>
        <a:lstStyle/>
        <a:p>
          <a:endParaRPr lang="en-US"/>
        </a:p>
      </dgm:t>
    </dgm:pt>
    <dgm:pt modelId="{906E79B9-D702-4EDD-8D50-14AE403DD0F3}">
      <dgm:prSet/>
      <dgm:spPr/>
      <dgm:t>
        <a:bodyPr/>
        <a:lstStyle/>
        <a:p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Early testing</a:t>
          </a:r>
        </a:p>
      </dgm:t>
    </dgm:pt>
    <dgm:pt modelId="{9DA727C4-F700-4137-AE93-2106D973D88C}" type="parTrans" cxnId="{EF6000E3-C3F7-4AA4-ADF5-0835D5EF174E}">
      <dgm:prSet/>
      <dgm:spPr/>
      <dgm:t>
        <a:bodyPr/>
        <a:lstStyle/>
        <a:p>
          <a:endParaRPr lang="en-US"/>
        </a:p>
      </dgm:t>
    </dgm:pt>
    <dgm:pt modelId="{FFEB6230-D69A-4848-A01B-705B04E59E10}" type="sibTrans" cxnId="{EF6000E3-C3F7-4AA4-ADF5-0835D5EF174E}">
      <dgm:prSet/>
      <dgm:spPr/>
      <dgm:t>
        <a:bodyPr/>
        <a:lstStyle/>
        <a:p>
          <a:endParaRPr lang="en-US"/>
        </a:p>
      </dgm:t>
    </dgm:pt>
    <dgm:pt modelId="{8C0F0AB4-8DB6-4C2A-8221-02A19292179F}">
      <dgm:prSet/>
      <dgm:spPr/>
      <dgm:t>
        <a:bodyPr/>
        <a:lstStyle/>
        <a:p>
          <a:r>
            <a:rPr lang="en-US" b="0" i="0" dirty="0"/>
            <a:t>Testing from the beginning of development can ensure a high level of quality by preventing/discovery defects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57200F84-F7F1-4742-BB8C-06DA70237FFA}" type="parTrans" cxnId="{47A63A94-3202-436C-8465-75665D4D7F6B}">
      <dgm:prSet/>
      <dgm:spPr/>
      <dgm:t>
        <a:bodyPr/>
        <a:lstStyle/>
        <a:p>
          <a:endParaRPr lang="en-US"/>
        </a:p>
      </dgm:t>
    </dgm:pt>
    <dgm:pt modelId="{71584BA9-B0E7-4D4B-BC00-9B23C47A7BA9}" type="sibTrans" cxnId="{47A63A94-3202-436C-8465-75665D4D7F6B}">
      <dgm:prSet/>
      <dgm:spPr/>
      <dgm:t>
        <a:bodyPr/>
        <a:lstStyle/>
        <a:p>
          <a:endParaRPr lang="en-US"/>
        </a:p>
      </dgm:t>
    </dgm:pt>
    <dgm:pt modelId="{CA78D790-444A-436D-A2C5-C67DFF2287AB}">
      <dgm:prSet/>
      <dgm:spPr/>
      <dgm:t>
        <a:bodyPr/>
        <a:lstStyle/>
        <a:p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Defect clustering</a:t>
          </a:r>
        </a:p>
      </dgm:t>
    </dgm:pt>
    <dgm:pt modelId="{412386F9-D5A5-496E-87DA-AC13E7B404A1}" type="parTrans" cxnId="{72E4AB1B-530A-4991-A3FF-3B800E0E03DF}">
      <dgm:prSet/>
      <dgm:spPr/>
      <dgm:t>
        <a:bodyPr/>
        <a:lstStyle/>
        <a:p>
          <a:endParaRPr lang="en-US"/>
        </a:p>
      </dgm:t>
    </dgm:pt>
    <dgm:pt modelId="{C7103FEE-E1AE-4685-9670-4C909CDCB543}" type="sibTrans" cxnId="{72E4AB1B-530A-4991-A3FF-3B800E0E03DF}">
      <dgm:prSet/>
      <dgm:spPr/>
      <dgm:t>
        <a:bodyPr/>
        <a:lstStyle/>
        <a:p>
          <a:endParaRPr lang="en-US"/>
        </a:p>
      </dgm:t>
    </dgm:pt>
    <dgm:pt modelId="{0829EC30-A71F-4991-8D84-5BCEEA43A823}">
      <dgm:prSet/>
      <dgm:spPr/>
      <dgm:t>
        <a:bodyPr/>
        <a:lstStyle/>
        <a:p>
          <a:r>
            <a:rPr lang="en-US" b="0" i="0" dirty="0"/>
            <a:t>The majority of defects are found in a small number of modules and cause failure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0EC0D976-0369-4533-8509-DD91B0D81F42}" type="parTrans" cxnId="{68B17A7F-E562-4B30-9215-A864D9A8B130}">
      <dgm:prSet/>
      <dgm:spPr/>
      <dgm:t>
        <a:bodyPr/>
        <a:lstStyle/>
        <a:p>
          <a:endParaRPr lang="en-US"/>
        </a:p>
      </dgm:t>
    </dgm:pt>
    <dgm:pt modelId="{80BA03C6-79A6-4A81-A96C-448058DC442D}" type="sibTrans" cxnId="{68B17A7F-E562-4B30-9215-A864D9A8B130}">
      <dgm:prSet/>
      <dgm:spPr/>
      <dgm:t>
        <a:bodyPr/>
        <a:lstStyle/>
        <a:p>
          <a:endParaRPr lang="en-US"/>
        </a:p>
      </dgm:t>
    </dgm:pt>
    <dgm:pt modelId="{765B47B7-EC34-42BA-9E4A-DFB41725607E}">
      <dgm:prSet/>
      <dgm:spPr/>
      <dgm:t>
        <a:bodyPr/>
        <a:lstStyle/>
        <a:p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Pesticide Paradox (</a:t>
          </a:r>
          <a:r>
            <a:rPr lang="ko-KR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살충제 역설</a:t>
          </a:r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)</a:t>
          </a:r>
        </a:p>
      </dgm:t>
    </dgm:pt>
    <dgm:pt modelId="{5368DC2E-FF8A-4F78-8A61-FF2491DC2040}" type="parTrans" cxnId="{124BBE1A-B309-4647-A7F5-6D495F592EE9}">
      <dgm:prSet/>
      <dgm:spPr/>
      <dgm:t>
        <a:bodyPr/>
        <a:lstStyle/>
        <a:p>
          <a:endParaRPr lang="en-US"/>
        </a:p>
      </dgm:t>
    </dgm:pt>
    <dgm:pt modelId="{9E1473EC-342E-4E55-96E7-B9A0A18770D0}" type="sibTrans" cxnId="{124BBE1A-B309-4647-A7F5-6D495F592EE9}">
      <dgm:prSet/>
      <dgm:spPr/>
      <dgm:t>
        <a:bodyPr/>
        <a:lstStyle/>
        <a:p>
          <a:endParaRPr lang="en-US"/>
        </a:p>
      </dgm:t>
    </dgm:pt>
    <dgm:pt modelId="{ECAD15B4-73C5-4E7D-AAB0-6B3CB965E511}">
      <dgm:prSet/>
      <dgm:spPr/>
      <dgm:t>
        <a:bodyPr/>
        <a:lstStyle/>
        <a:p>
          <a:r>
            <a:rPr lang="en-US" b="0" i="0" dirty="0"/>
            <a:t>After repeatedly performing the same test case, no new defects can be found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94829A62-1796-4025-9A98-DA636D4736D2}" type="parTrans" cxnId="{3FFC2030-AE77-41DC-BE20-09595CEDFBE1}">
      <dgm:prSet/>
      <dgm:spPr/>
      <dgm:t>
        <a:bodyPr/>
        <a:lstStyle/>
        <a:p>
          <a:endParaRPr lang="en-US"/>
        </a:p>
      </dgm:t>
    </dgm:pt>
    <dgm:pt modelId="{9365462F-F4D7-4ABB-A33B-A4250F01545D}" type="sibTrans" cxnId="{3FFC2030-AE77-41DC-BE20-09595CEDFBE1}">
      <dgm:prSet/>
      <dgm:spPr/>
      <dgm:t>
        <a:bodyPr/>
        <a:lstStyle/>
        <a:p>
          <a:endParaRPr lang="en-US"/>
        </a:p>
      </dgm:t>
    </dgm:pt>
    <dgm:pt modelId="{6EED5118-C5EB-40A8-AFB6-36E3DA75FB34}">
      <dgm:prSet/>
      <dgm:spPr/>
      <dgm:t>
        <a:bodyPr/>
        <a:lstStyle/>
        <a:p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Testing is context dependent</a:t>
          </a:r>
        </a:p>
      </dgm:t>
    </dgm:pt>
    <dgm:pt modelId="{82AD1B2A-87D6-4A80-B20F-3DBE27CE844B}" type="parTrans" cxnId="{E5DBEEAB-16CB-487B-913D-D978DA86D2F8}">
      <dgm:prSet/>
      <dgm:spPr/>
      <dgm:t>
        <a:bodyPr/>
        <a:lstStyle/>
        <a:p>
          <a:endParaRPr lang="en-US"/>
        </a:p>
      </dgm:t>
    </dgm:pt>
    <dgm:pt modelId="{26704C30-0F36-4375-89A7-773C3B486BB7}" type="sibTrans" cxnId="{E5DBEEAB-16CB-487B-913D-D978DA86D2F8}">
      <dgm:prSet/>
      <dgm:spPr/>
      <dgm:t>
        <a:bodyPr/>
        <a:lstStyle/>
        <a:p>
          <a:endParaRPr lang="en-US"/>
        </a:p>
      </dgm:t>
    </dgm:pt>
    <dgm:pt modelId="{651F3AD7-B31B-4A50-9400-62210760E07B}">
      <dgm:prSet/>
      <dgm:spPr/>
      <dgm:t>
        <a:bodyPr/>
        <a:lstStyle/>
        <a:p>
          <a:r>
            <a:rPr lang="en-US" b="0" i="0" dirty="0"/>
            <a:t>Testing is conducted differently depending on the context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AE7C666F-2208-4773-A18A-B98CE8B8ADF8}" type="parTrans" cxnId="{DED3B61A-8CE2-4BF9-90D0-3B13860A65D7}">
      <dgm:prSet/>
      <dgm:spPr/>
      <dgm:t>
        <a:bodyPr/>
        <a:lstStyle/>
        <a:p>
          <a:endParaRPr lang="en-US"/>
        </a:p>
      </dgm:t>
    </dgm:pt>
    <dgm:pt modelId="{6CEBD103-93CD-482F-9E92-449B08FB9B13}" type="sibTrans" cxnId="{DED3B61A-8CE2-4BF9-90D0-3B13860A65D7}">
      <dgm:prSet/>
      <dgm:spPr/>
      <dgm:t>
        <a:bodyPr/>
        <a:lstStyle/>
        <a:p>
          <a:endParaRPr lang="en-US"/>
        </a:p>
      </dgm:t>
    </dgm:pt>
    <dgm:pt modelId="{C1E629B2-685E-484B-BA33-A7A0B1A47FC3}">
      <dgm:prSet/>
      <dgm:spPr/>
      <dgm:t>
        <a:bodyPr/>
        <a:lstStyle/>
        <a:p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Absence-of-errors fallacy (</a:t>
          </a:r>
          <a:r>
            <a:rPr lang="ko-KR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오류</a:t>
          </a:r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-</a:t>
          </a:r>
          <a:r>
            <a:rPr lang="ko-KR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부재의 궤변</a:t>
          </a:r>
          <a:r>
            <a:rPr lang="en-US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)</a:t>
          </a:r>
        </a:p>
      </dgm:t>
    </dgm:pt>
    <dgm:pt modelId="{26ED9060-A857-4E5A-A6DB-4AA00AEBF688}" type="parTrans" cxnId="{2ACCA89F-305C-41AE-9636-9C094F547FF5}">
      <dgm:prSet/>
      <dgm:spPr/>
      <dgm:t>
        <a:bodyPr/>
        <a:lstStyle/>
        <a:p>
          <a:endParaRPr lang="en-US"/>
        </a:p>
      </dgm:t>
    </dgm:pt>
    <dgm:pt modelId="{CE8EE389-8A1F-4AF7-95EC-F6860949F9F1}" type="sibTrans" cxnId="{2ACCA89F-305C-41AE-9636-9C094F547FF5}">
      <dgm:prSet/>
      <dgm:spPr/>
      <dgm:t>
        <a:bodyPr/>
        <a:lstStyle/>
        <a:p>
          <a:endParaRPr lang="en-US"/>
        </a:p>
      </dgm:t>
    </dgm:pt>
    <dgm:pt modelId="{7FA2BA16-799D-40C1-AA1E-369D952790B8}">
      <dgm:prSet/>
      <dgm:spPr/>
      <dgm:t>
        <a:bodyPr/>
        <a:lstStyle/>
        <a:p>
          <a:r>
            <a:rPr lang="en-US" b="0" i="0" dirty="0"/>
            <a:t>Fixing many defects does not guarantee user satisfaction</a:t>
          </a:r>
          <a:r>
            <a:rPr 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gm:t>
    </dgm:pt>
    <dgm:pt modelId="{5571CB93-70A5-4B53-92C8-31552474B7A2}" type="parTrans" cxnId="{E17F9C3C-5F4E-47BE-8DEB-A1E4679BFECF}">
      <dgm:prSet/>
      <dgm:spPr/>
      <dgm:t>
        <a:bodyPr/>
        <a:lstStyle/>
        <a:p>
          <a:endParaRPr lang="en-US"/>
        </a:p>
      </dgm:t>
    </dgm:pt>
    <dgm:pt modelId="{2B1E3B86-5942-4D04-8181-960002F3622B}" type="sibTrans" cxnId="{E17F9C3C-5F4E-47BE-8DEB-A1E4679BFECF}">
      <dgm:prSet/>
      <dgm:spPr/>
      <dgm:t>
        <a:bodyPr/>
        <a:lstStyle/>
        <a:p>
          <a:endParaRPr lang="en-US"/>
        </a:p>
      </dgm:t>
    </dgm:pt>
    <dgm:pt modelId="{D2CEF261-7308-4C95-97F1-52782628733D}" type="pres">
      <dgm:prSet presAssocID="{292D624C-595D-45ED-8CF1-AFAC25793ECB}" presName="linear" presStyleCnt="0">
        <dgm:presLayoutVars>
          <dgm:animLvl val="lvl"/>
          <dgm:resizeHandles val="exact"/>
        </dgm:presLayoutVars>
      </dgm:prSet>
      <dgm:spPr/>
    </dgm:pt>
    <dgm:pt modelId="{E873CC94-9D5E-483D-8E02-3CC94A984F1D}" type="pres">
      <dgm:prSet presAssocID="{E78C5971-6B88-4A08-8970-8FDD7E947A9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E0987B1-1FD2-4A5F-8F6D-431D3F5E364B}" type="pres">
      <dgm:prSet presAssocID="{E78C5971-6B88-4A08-8970-8FDD7E947A95}" presName="childText" presStyleLbl="revTx" presStyleIdx="0" presStyleCnt="7">
        <dgm:presLayoutVars>
          <dgm:bulletEnabled val="1"/>
        </dgm:presLayoutVars>
      </dgm:prSet>
      <dgm:spPr/>
    </dgm:pt>
    <dgm:pt modelId="{1CE9B2E5-1041-48B3-95CE-54E43A231B30}" type="pres">
      <dgm:prSet presAssocID="{0308D6AF-0A88-4E5B-9864-7819C12576E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F5CC32E-57CD-42BA-B897-EEB539E452C8}" type="pres">
      <dgm:prSet presAssocID="{0308D6AF-0A88-4E5B-9864-7819C12576E0}" presName="childText" presStyleLbl="revTx" presStyleIdx="1" presStyleCnt="7">
        <dgm:presLayoutVars>
          <dgm:bulletEnabled val="1"/>
        </dgm:presLayoutVars>
      </dgm:prSet>
      <dgm:spPr/>
    </dgm:pt>
    <dgm:pt modelId="{C2A11AC3-2924-4D47-A469-026ECEC2EBA9}" type="pres">
      <dgm:prSet presAssocID="{906E79B9-D702-4EDD-8D50-14AE403DD0F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6AF8EA0-BDFF-426D-B1FD-26974A7A5522}" type="pres">
      <dgm:prSet presAssocID="{906E79B9-D702-4EDD-8D50-14AE403DD0F3}" presName="childText" presStyleLbl="revTx" presStyleIdx="2" presStyleCnt="7">
        <dgm:presLayoutVars>
          <dgm:bulletEnabled val="1"/>
        </dgm:presLayoutVars>
      </dgm:prSet>
      <dgm:spPr/>
    </dgm:pt>
    <dgm:pt modelId="{373D870F-FA9C-4845-A03C-A82422868D45}" type="pres">
      <dgm:prSet presAssocID="{CA78D790-444A-436D-A2C5-C67DFF2287A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307A924-0B56-47D4-BA39-41F06C70326F}" type="pres">
      <dgm:prSet presAssocID="{CA78D790-444A-436D-A2C5-C67DFF2287AB}" presName="childText" presStyleLbl="revTx" presStyleIdx="3" presStyleCnt="7">
        <dgm:presLayoutVars>
          <dgm:bulletEnabled val="1"/>
        </dgm:presLayoutVars>
      </dgm:prSet>
      <dgm:spPr/>
    </dgm:pt>
    <dgm:pt modelId="{E83AFEE2-EFAB-4415-8CC4-C5CB11B09397}" type="pres">
      <dgm:prSet presAssocID="{765B47B7-EC34-42BA-9E4A-DFB41725607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563C640-DB12-4CCE-8D0C-A632A228E21E}" type="pres">
      <dgm:prSet presAssocID="{765B47B7-EC34-42BA-9E4A-DFB41725607E}" presName="childText" presStyleLbl="revTx" presStyleIdx="4" presStyleCnt="7">
        <dgm:presLayoutVars>
          <dgm:bulletEnabled val="1"/>
        </dgm:presLayoutVars>
      </dgm:prSet>
      <dgm:spPr/>
    </dgm:pt>
    <dgm:pt modelId="{771FC5B4-85E2-46C9-BBD7-B6817EFD034A}" type="pres">
      <dgm:prSet presAssocID="{6EED5118-C5EB-40A8-AFB6-36E3DA75FB3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4D3DDE0-AFA2-439B-A2B4-FF0429E72B42}" type="pres">
      <dgm:prSet presAssocID="{6EED5118-C5EB-40A8-AFB6-36E3DA75FB34}" presName="childText" presStyleLbl="revTx" presStyleIdx="5" presStyleCnt="7">
        <dgm:presLayoutVars>
          <dgm:bulletEnabled val="1"/>
        </dgm:presLayoutVars>
      </dgm:prSet>
      <dgm:spPr/>
    </dgm:pt>
    <dgm:pt modelId="{50A35CE0-39FD-404D-9280-D131CE1E548B}" type="pres">
      <dgm:prSet presAssocID="{C1E629B2-685E-484B-BA33-A7A0B1A47FC3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56E9153A-9999-4097-BDB0-1FA1C13A431B}" type="pres">
      <dgm:prSet presAssocID="{C1E629B2-685E-484B-BA33-A7A0B1A47FC3}" presName="childText" presStyleLbl="revTx" presStyleIdx="6" presStyleCnt="7">
        <dgm:presLayoutVars>
          <dgm:bulletEnabled val="1"/>
        </dgm:presLayoutVars>
      </dgm:prSet>
      <dgm:spPr/>
    </dgm:pt>
  </dgm:ptLst>
  <dgm:cxnLst>
    <dgm:cxn modelId="{8B2BF617-B844-4BD5-992B-5428DCC43BC7}" type="presOf" srcId="{ECAD15B4-73C5-4E7D-AAB0-6B3CB965E511}" destId="{8563C640-DB12-4CCE-8D0C-A632A228E21E}" srcOrd="0" destOrd="0" presId="urn:microsoft.com/office/officeart/2005/8/layout/vList2"/>
    <dgm:cxn modelId="{DED3B61A-8CE2-4BF9-90D0-3B13860A65D7}" srcId="{6EED5118-C5EB-40A8-AFB6-36E3DA75FB34}" destId="{651F3AD7-B31B-4A50-9400-62210760E07B}" srcOrd="0" destOrd="0" parTransId="{AE7C666F-2208-4773-A18A-B98CE8B8ADF8}" sibTransId="{6CEBD103-93CD-482F-9E92-449B08FB9B13}"/>
    <dgm:cxn modelId="{124BBE1A-B309-4647-A7F5-6D495F592EE9}" srcId="{292D624C-595D-45ED-8CF1-AFAC25793ECB}" destId="{765B47B7-EC34-42BA-9E4A-DFB41725607E}" srcOrd="4" destOrd="0" parTransId="{5368DC2E-FF8A-4F78-8A61-FF2491DC2040}" sibTransId="{9E1473EC-342E-4E55-96E7-B9A0A18770D0}"/>
    <dgm:cxn modelId="{72E4AB1B-530A-4991-A3FF-3B800E0E03DF}" srcId="{292D624C-595D-45ED-8CF1-AFAC25793ECB}" destId="{CA78D790-444A-436D-A2C5-C67DFF2287AB}" srcOrd="3" destOrd="0" parTransId="{412386F9-D5A5-496E-87DA-AC13E7B404A1}" sibTransId="{C7103FEE-E1AE-4685-9670-4C909CDCB543}"/>
    <dgm:cxn modelId="{69019C27-43EE-412B-83EF-6D4DC168CF83}" type="presOf" srcId="{6EED5118-C5EB-40A8-AFB6-36E3DA75FB34}" destId="{771FC5B4-85E2-46C9-BBD7-B6817EFD034A}" srcOrd="0" destOrd="0" presId="urn:microsoft.com/office/officeart/2005/8/layout/vList2"/>
    <dgm:cxn modelId="{3FFC2030-AE77-41DC-BE20-09595CEDFBE1}" srcId="{765B47B7-EC34-42BA-9E4A-DFB41725607E}" destId="{ECAD15B4-73C5-4E7D-AAB0-6B3CB965E511}" srcOrd="0" destOrd="0" parTransId="{94829A62-1796-4025-9A98-DA636D4736D2}" sibTransId="{9365462F-F4D7-4ABB-A33B-A4250F01545D}"/>
    <dgm:cxn modelId="{5B572938-688B-4ED8-AEB3-7A150D385B86}" srcId="{292D624C-595D-45ED-8CF1-AFAC25793ECB}" destId="{0308D6AF-0A88-4E5B-9864-7819C12576E0}" srcOrd="1" destOrd="0" parTransId="{D6E861A0-7791-45CC-AD7A-954978F14945}" sibTransId="{31E3FE72-03D0-461A-94FC-8ED299C32AD9}"/>
    <dgm:cxn modelId="{E17F9C3C-5F4E-47BE-8DEB-A1E4679BFECF}" srcId="{C1E629B2-685E-484B-BA33-A7A0B1A47FC3}" destId="{7FA2BA16-799D-40C1-AA1E-369D952790B8}" srcOrd="0" destOrd="0" parTransId="{5571CB93-70A5-4B53-92C8-31552474B7A2}" sibTransId="{2B1E3B86-5942-4D04-8181-960002F3622B}"/>
    <dgm:cxn modelId="{3DE86466-D894-4121-A530-90DF8455DE68}" type="presOf" srcId="{8C0F0AB4-8DB6-4C2A-8221-02A19292179F}" destId="{76AF8EA0-BDFF-426D-B1FD-26974A7A5522}" srcOrd="0" destOrd="0" presId="urn:microsoft.com/office/officeart/2005/8/layout/vList2"/>
    <dgm:cxn modelId="{A78E9C46-A371-4F9D-9461-810BC4E8A7DF}" type="presOf" srcId="{C1E629B2-685E-484B-BA33-A7A0B1A47FC3}" destId="{50A35CE0-39FD-404D-9280-D131CE1E548B}" srcOrd="0" destOrd="0" presId="urn:microsoft.com/office/officeart/2005/8/layout/vList2"/>
    <dgm:cxn modelId="{B4F3CD51-B4A4-4B4E-BFDC-C9A846B49A61}" srcId="{0308D6AF-0A88-4E5B-9864-7819C12576E0}" destId="{ACCEAFE8-C568-4D72-A948-B4B7F25B4285}" srcOrd="0" destOrd="0" parTransId="{FE58A7F6-2B9E-4B4A-B8BD-437BB3C6766F}" sibTransId="{27E04C62-ADC7-46FA-BE6B-FEF694B59251}"/>
    <dgm:cxn modelId="{9F28687F-FF97-480C-A5FC-0B8012111A7A}" type="presOf" srcId="{ACCEAFE8-C568-4D72-A948-B4B7F25B4285}" destId="{CF5CC32E-57CD-42BA-B897-EEB539E452C8}" srcOrd="0" destOrd="0" presId="urn:microsoft.com/office/officeart/2005/8/layout/vList2"/>
    <dgm:cxn modelId="{68B17A7F-E562-4B30-9215-A864D9A8B130}" srcId="{CA78D790-444A-436D-A2C5-C67DFF2287AB}" destId="{0829EC30-A71F-4991-8D84-5BCEEA43A823}" srcOrd="0" destOrd="0" parTransId="{0EC0D976-0369-4533-8509-DD91B0D81F42}" sibTransId="{80BA03C6-79A6-4A81-A96C-448058DC442D}"/>
    <dgm:cxn modelId="{448F9D92-A946-4498-A9CE-56FC9824A8B0}" type="presOf" srcId="{292D624C-595D-45ED-8CF1-AFAC25793ECB}" destId="{D2CEF261-7308-4C95-97F1-52782628733D}" srcOrd="0" destOrd="0" presId="urn:microsoft.com/office/officeart/2005/8/layout/vList2"/>
    <dgm:cxn modelId="{1396B892-CC80-4F26-A61F-6602F25CDAF2}" type="presOf" srcId="{7FA2BA16-799D-40C1-AA1E-369D952790B8}" destId="{56E9153A-9999-4097-BDB0-1FA1C13A431B}" srcOrd="0" destOrd="0" presId="urn:microsoft.com/office/officeart/2005/8/layout/vList2"/>
    <dgm:cxn modelId="{47A63A94-3202-436C-8465-75665D4D7F6B}" srcId="{906E79B9-D702-4EDD-8D50-14AE403DD0F3}" destId="{8C0F0AB4-8DB6-4C2A-8221-02A19292179F}" srcOrd="0" destOrd="0" parTransId="{57200F84-F7F1-4742-BB8C-06DA70237FFA}" sibTransId="{71584BA9-B0E7-4D4B-BC00-9B23C47A7BA9}"/>
    <dgm:cxn modelId="{30DF129A-571B-4ECB-96AF-142E8FBB12A7}" type="presOf" srcId="{0308D6AF-0A88-4E5B-9864-7819C12576E0}" destId="{1CE9B2E5-1041-48B3-95CE-54E43A231B30}" srcOrd="0" destOrd="0" presId="urn:microsoft.com/office/officeart/2005/8/layout/vList2"/>
    <dgm:cxn modelId="{E0D7529F-6847-486C-AA8B-D167BD22C6C5}" srcId="{292D624C-595D-45ED-8CF1-AFAC25793ECB}" destId="{E78C5971-6B88-4A08-8970-8FDD7E947A95}" srcOrd="0" destOrd="0" parTransId="{026F839A-C155-4836-88BC-EA9EB547A45E}" sibTransId="{DCBEFA66-E5AF-476B-BF2C-9CF349EFA8B7}"/>
    <dgm:cxn modelId="{2ACCA89F-305C-41AE-9636-9C094F547FF5}" srcId="{292D624C-595D-45ED-8CF1-AFAC25793ECB}" destId="{C1E629B2-685E-484B-BA33-A7A0B1A47FC3}" srcOrd="6" destOrd="0" parTransId="{26ED9060-A857-4E5A-A6DB-4AA00AEBF688}" sibTransId="{CE8EE389-8A1F-4AF7-95EC-F6860949F9F1}"/>
    <dgm:cxn modelId="{1F9988A0-0381-4B1A-B773-61B3FDE136D0}" type="presOf" srcId="{651F3AD7-B31B-4A50-9400-62210760E07B}" destId="{54D3DDE0-AFA2-439B-A2B4-FF0429E72B42}" srcOrd="0" destOrd="0" presId="urn:microsoft.com/office/officeart/2005/8/layout/vList2"/>
    <dgm:cxn modelId="{A2106BAB-6947-47B5-8B9E-C18402E8F4D7}" type="presOf" srcId="{0829EC30-A71F-4991-8D84-5BCEEA43A823}" destId="{3307A924-0B56-47D4-BA39-41F06C70326F}" srcOrd="0" destOrd="0" presId="urn:microsoft.com/office/officeart/2005/8/layout/vList2"/>
    <dgm:cxn modelId="{E5DBEEAB-16CB-487B-913D-D978DA86D2F8}" srcId="{292D624C-595D-45ED-8CF1-AFAC25793ECB}" destId="{6EED5118-C5EB-40A8-AFB6-36E3DA75FB34}" srcOrd="5" destOrd="0" parTransId="{82AD1B2A-87D6-4A80-B20F-3DBE27CE844B}" sibTransId="{26704C30-0F36-4375-89A7-773C3B486BB7}"/>
    <dgm:cxn modelId="{EBEA3CB7-CCCD-4BF2-A03A-0C1C966730AF}" type="presOf" srcId="{C9C35B62-F7D5-4595-824F-678A5A283CBF}" destId="{1E0987B1-1FD2-4A5F-8F6D-431D3F5E364B}" srcOrd="0" destOrd="0" presId="urn:microsoft.com/office/officeart/2005/8/layout/vList2"/>
    <dgm:cxn modelId="{81AD20B8-EE63-4F55-85A4-80619D42D12E}" srcId="{E78C5971-6B88-4A08-8970-8FDD7E947A95}" destId="{C9C35B62-F7D5-4595-824F-678A5A283CBF}" srcOrd="0" destOrd="0" parTransId="{82EC2B5B-ED7E-46C9-AC93-323CD679EE48}" sibTransId="{53BEBB04-DE6F-47E4-A348-9B7958416AF6}"/>
    <dgm:cxn modelId="{CF4FA0BD-3DE2-44F0-B656-9BE212705A37}" type="presOf" srcId="{906E79B9-D702-4EDD-8D50-14AE403DD0F3}" destId="{C2A11AC3-2924-4D47-A469-026ECEC2EBA9}" srcOrd="0" destOrd="0" presId="urn:microsoft.com/office/officeart/2005/8/layout/vList2"/>
    <dgm:cxn modelId="{EF6000E3-C3F7-4AA4-ADF5-0835D5EF174E}" srcId="{292D624C-595D-45ED-8CF1-AFAC25793ECB}" destId="{906E79B9-D702-4EDD-8D50-14AE403DD0F3}" srcOrd="2" destOrd="0" parTransId="{9DA727C4-F700-4137-AE93-2106D973D88C}" sibTransId="{FFEB6230-D69A-4848-A01B-705B04E59E10}"/>
    <dgm:cxn modelId="{AFB864EA-2A7E-48B3-B350-31F56F427F00}" type="presOf" srcId="{CA78D790-444A-436D-A2C5-C67DFF2287AB}" destId="{373D870F-FA9C-4845-A03C-A82422868D45}" srcOrd="0" destOrd="0" presId="urn:microsoft.com/office/officeart/2005/8/layout/vList2"/>
    <dgm:cxn modelId="{1A0B26EB-0923-4D5C-96FB-F3A6E3BDF7B2}" type="presOf" srcId="{E78C5971-6B88-4A08-8970-8FDD7E947A95}" destId="{E873CC94-9D5E-483D-8E02-3CC94A984F1D}" srcOrd="0" destOrd="0" presId="urn:microsoft.com/office/officeart/2005/8/layout/vList2"/>
    <dgm:cxn modelId="{BAF568FE-4EFC-4CFA-B733-7559D6611FB9}" type="presOf" srcId="{765B47B7-EC34-42BA-9E4A-DFB41725607E}" destId="{E83AFEE2-EFAB-4415-8CC4-C5CB11B09397}" srcOrd="0" destOrd="0" presId="urn:microsoft.com/office/officeart/2005/8/layout/vList2"/>
    <dgm:cxn modelId="{25505554-2068-4FEE-9B23-76A86BBC97D3}" type="presParOf" srcId="{D2CEF261-7308-4C95-97F1-52782628733D}" destId="{E873CC94-9D5E-483D-8E02-3CC94A984F1D}" srcOrd="0" destOrd="0" presId="urn:microsoft.com/office/officeart/2005/8/layout/vList2"/>
    <dgm:cxn modelId="{CED225AF-56EE-4CA2-A742-EAB6A71262FE}" type="presParOf" srcId="{D2CEF261-7308-4C95-97F1-52782628733D}" destId="{1E0987B1-1FD2-4A5F-8F6D-431D3F5E364B}" srcOrd="1" destOrd="0" presId="urn:microsoft.com/office/officeart/2005/8/layout/vList2"/>
    <dgm:cxn modelId="{21A82AE2-450B-4CB1-A7A4-773AD57717FA}" type="presParOf" srcId="{D2CEF261-7308-4C95-97F1-52782628733D}" destId="{1CE9B2E5-1041-48B3-95CE-54E43A231B30}" srcOrd="2" destOrd="0" presId="urn:microsoft.com/office/officeart/2005/8/layout/vList2"/>
    <dgm:cxn modelId="{7B47B5D2-8878-412D-84DE-67BB19E22AD8}" type="presParOf" srcId="{D2CEF261-7308-4C95-97F1-52782628733D}" destId="{CF5CC32E-57CD-42BA-B897-EEB539E452C8}" srcOrd="3" destOrd="0" presId="urn:microsoft.com/office/officeart/2005/8/layout/vList2"/>
    <dgm:cxn modelId="{708B7C2C-AC10-4F29-BFAE-E274C9344A03}" type="presParOf" srcId="{D2CEF261-7308-4C95-97F1-52782628733D}" destId="{C2A11AC3-2924-4D47-A469-026ECEC2EBA9}" srcOrd="4" destOrd="0" presId="urn:microsoft.com/office/officeart/2005/8/layout/vList2"/>
    <dgm:cxn modelId="{F73E83A6-3C00-49FF-B521-7C17AC97E706}" type="presParOf" srcId="{D2CEF261-7308-4C95-97F1-52782628733D}" destId="{76AF8EA0-BDFF-426D-B1FD-26974A7A5522}" srcOrd="5" destOrd="0" presId="urn:microsoft.com/office/officeart/2005/8/layout/vList2"/>
    <dgm:cxn modelId="{FC56B15D-4597-429A-9684-B0C36E67AE38}" type="presParOf" srcId="{D2CEF261-7308-4C95-97F1-52782628733D}" destId="{373D870F-FA9C-4845-A03C-A82422868D45}" srcOrd="6" destOrd="0" presId="urn:microsoft.com/office/officeart/2005/8/layout/vList2"/>
    <dgm:cxn modelId="{FFEB1A00-47C8-43D7-9FB8-E007DC9A7A05}" type="presParOf" srcId="{D2CEF261-7308-4C95-97F1-52782628733D}" destId="{3307A924-0B56-47D4-BA39-41F06C70326F}" srcOrd="7" destOrd="0" presId="urn:microsoft.com/office/officeart/2005/8/layout/vList2"/>
    <dgm:cxn modelId="{ABBC6F68-6E9E-420B-BC65-6D874FB4130C}" type="presParOf" srcId="{D2CEF261-7308-4C95-97F1-52782628733D}" destId="{E83AFEE2-EFAB-4415-8CC4-C5CB11B09397}" srcOrd="8" destOrd="0" presId="urn:microsoft.com/office/officeart/2005/8/layout/vList2"/>
    <dgm:cxn modelId="{E953370B-F7D2-4827-9553-BD650168592C}" type="presParOf" srcId="{D2CEF261-7308-4C95-97F1-52782628733D}" destId="{8563C640-DB12-4CCE-8D0C-A632A228E21E}" srcOrd="9" destOrd="0" presId="urn:microsoft.com/office/officeart/2005/8/layout/vList2"/>
    <dgm:cxn modelId="{DA63C8AA-D69B-41F1-B4CB-6B923F58EDBA}" type="presParOf" srcId="{D2CEF261-7308-4C95-97F1-52782628733D}" destId="{771FC5B4-85E2-46C9-BBD7-B6817EFD034A}" srcOrd="10" destOrd="0" presId="urn:microsoft.com/office/officeart/2005/8/layout/vList2"/>
    <dgm:cxn modelId="{91734E10-E335-4F65-9A6D-ECB4F42216AB}" type="presParOf" srcId="{D2CEF261-7308-4C95-97F1-52782628733D}" destId="{54D3DDE0-AFA2-439B-A2B4-FF0429E72B42}" srcOrd="11" destOrd="0" presId="urn:microsoft.com/office/officeart/2005/8/layout/vList2"/>
    <dgm:cxn modelId="{56FBA576-8035-42C1-9876-1DC3287B937D}" type="presParOf" srcId="{D2CEF261-7308-4C95-97F1-52782628733D}" destId="{50A35CE0-39FD-404D-9280-D131CE1E548B}" srcOrd="12" destOrd="0" presId="urn:microsoft.com/office/officeart/2005/8/layout/vList2"/>
    <dgm:cxn modelId="{ACB3E873-454B-4F77-A73B-485FD97E19F2}" type="presParOf" srcId="{D2CEF261-7308-4C95-97F1-52782628733D}" destId="{56E9153A-9999-4097-BDB0-1FA1C13A431B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B42F4-E8AD-4D54-B12E-0358860825C7}">
      <dsp:nvSpPr>
        <dsp:cNvPr id="0" name=""/>
        <dsp:cNvSpPr/>
      </dsp:nvSpPr>
      <dsp:spPr>
        <a:xfrm>
          <a:off x="0" y="476809"/>
          <a:ext cx="5029199" cy="1277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Basic concepts and principles of software testing</a:t>
          </a:r>
          <a:endParaRPr lang="en-US" sz="2800" kern="1200" dirty="0">
            <a:latin typeface="LG스마트체2.0 Regular" panose="020B0600000101010101" pitchFamily="50" charset="-127"/>
            <a:ea typeface="LG스마트체2.0 Regular" panose="020B0600000101010101" pitchFamily="50" charset="-127"/>
          </a:endParaRPr>
        </a:p>
      </dsp:txBody>
      <dsp:txXfrm>
        <a:off x="62369" y="539178"/>
        <a:ext cx="4904461" cy="1152901"/>
      </dsp:txXfrm>
    </dsp:sp>
    <dsp:sp modelId="{53F9F4A4-E7BE-45F3-A06D-5368BE28FE7E}">
      <dsp:nvSpPr>
        <dsp:cNvPr id="0" name=""/>
        <dsp:cNvSpPr/>
      </dsp:nvSpPr>
      <dsp:spPr>
        <a:xfrm>
          <a:off x="0" y="1835089"/>
          <a:ext cx="5029199" cy="1277639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Software development lifecycle and Testing process</a:t>
          </a:r>
          <a:endParaRPr lang="en-US" sz="2800" kern="1200" dirty="0">
            <a:latin typeface="LG스마트체2.0 Regular" panose="020B0600000101010101" pitchFamily="50" charset="-127"/>
            <a:ea typeface="LG스마트체2.0 Regular" panose="020B0600000101010101" pitchFamily="50" charset="-127"/>
          </a:endParaRPr>
        </a:p>
      </dsp:txBody>
      <dsp:txXfrm>
        <a:off x="62369" y="1897458"/>
        <a:ext cx="4904461" cy="1152901"/>
      </dsp:txXfrm>
    </dsp:sp>
    <dsp:sp modelId="{ED42E2D5-987D-44F1-A786-28BA828C48AB}">
      <dsp:nvSpPr>
        <dsp:cNvPr id="0" name=""/>
        <dsp:cNvSpPr/>
      </dsp:nvSpPr>
      <dsp:spPr>
        <a:xfrm>
          <a:off x="0" y="3193369"/>
          <a:ext cx="5029199" cy="1277639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Software Test Types</a:t>
          </a:r>
          <a:endParaRPr lang="en-US" sz="2800" kern="1200" dirty="0">
            <a:latin typeface="LG스마트체2.0 Regular" panose="020B0600000101010101" pitchFamily="50" charset="-127"/>
            <a:ea typeface="LG스마트체2.0 Regular" panose="020B0600000101010101" pitchFamily="50" charset="-127"/>
          </a:endParaRPr>
        </a:p>
      </dsp:txBody>
      <dsp:txXfrm>
        <a:off x="62369" y="3255738"/>
        <a:ext cx="4904461" cy="11529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7EDA4-E9D1-4254-A6E6-F853DCDC7BC2}">
      <dsp:nvSpPr>
        <dsp:cNvPr id="0" name=""/>
        <dsp:cNvSpPr/>
      </dsp:nvSpPr>
      <dsp:spPr>
        <a:xfrm>
          <a:off x="0" y="114870"/>
          <a:ext cx="6900512" cy="1240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/>
            <a:t>Requirement Analysis</a:t>
          </a:r>
          <a:r>
            <a:rPr lang="en-US" sz="4000" kern="1200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(56%)</a:t>
          </a:r>
        </a:p>
      </dsp:txBody>
      <dsp:txXfrm>
        <a:off x="60542" y="175412"/>
        <a:ext cx="6779428" cy="1119116"/>
      </dsp:txXfrm>
    </dsp:sp>
    <dsp:sp modelId="{54F6399C-A36E-4CA6-9539-BE3E69F7FEAA}">
      <dsp:nvSpPr>
        <dsp:cNvPr id="0" name=""/>
        <dsp:cNvSpPr/>
      </dsp:nvSpPr>
      <dsp:spPr>
        <a:xfrm>
          <a:off x="0" y="1470270"/>
          <a:ext cx="6900512" cy="124020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Design(27%)</a:t>
          </a:r>
        </a:p>
      </dsp:txBody>
      <dsp:txXfrm>
        <a:off x="60542" y="1530812"/>
        <a:ext cx="6779428" cy="1119116"/>
      </dsp:txXfrm>
    </dsp:sp>
    <dsp:sp modelId="{D68CB956-B0BE-436A-90AE-2991DBBD0F7F}">
      <dsp:nvSpPr>
        <dsp:cNvPr id="0" name=""/>
        <dsp:cNvSpPr/>
      </dsp:nvSpPr>
      <dsp:spPr>
        <a:xfrm>
          <a:off x="0" y="2825670"/>
          <a:ext cx="6900512" cy="124020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Code(10%)</a:t>
          </a:r>
        </a:p>
      </dsp:txBody>
      <dsp:txXfrm>
        <a:off x="60542" y="2886212"/>
        <a:ext cx="6779428" cy="1119116"/>
      </dsp:txXfrm>
    </dsp:sp>
    <dsp:sp modelId="{BF87FB9D-FA82-45BD-BBC2-537DE5678459}">
      <dsp:nvSpPr>
        <dsp:cNvPr id="0" name=""/>
        <dsp:cNvSpPr/>
      </dsp:nvSpPr>
      <dsp:spPr>
        <a:xfrm>
          <a:off x="0" y="4181070"/>
          <a:ext cx="6900512" cy="12402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LG스마트체2.0 SemiBold" panose="020B0600000101010101" pitchFamily="50" charset="-127"/>
              <a:ea typeface="LG스마트체2.0 SemiBold" panose="020B0600000101010101" pitchFamily="50" charset="-127"/>
            </a:rPr>
            <a:t>Etc.(7%)</a:t>
          </a:r>
        </a:p>
      </dsp:txBody>
      <dsp:txXfrm>
        <a:off x="60542" y="4241612"/>
        <a:ext cx="6779428" cy="11191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3CC94-9D5E-483D-8E02-3CC94A984F1D}">
      <dsp:nvSpPr>
        <dsp:cNvPr id="0" name=""/>
        <dsp:cNvSpPr/>
      </dsp:nvSpPr>
      <dsp:spPr>
        <a:xfrm>
          <a:off x="0" y="43098"/>
          <a:ext cx="6888479" cy="4574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Testing shows presence of defects</a:t>
          </a:r>
        </a:p>
      </dsp:txBody>
      <dsp:txXfrm>
        <a:off x="22332" y="65430"/>
        <a:ext cx="6843815" cy="412806"/>
      </dsp:txXfrm>
    </dsp:sp>
    <dsp:sp modelId="{1E0987B1-1FD2-4A5F-8F6D-431D3F5E364B}">
      <dsp:nvSpPr>
        <dsp:cNvPr id="0" name=""/>
        <dsp:cNvSpPr/>
      </dsp:nvSpPr>
      <dsp:spPr>
        <a:xfrm>
          <a:off x="0" y="500568"/>
          <a:ext cx="6888479" cy="580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Testing is an activity that reveals that a defect exists. However, it cannot be proved that there is no defect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500568"/>
        <a:ext cx="6888479" cy="580635"/>
      </dsp:txXfrm>
    </dsp:sp>
    <dsp:sp modelId="{1CE9B2E5-1041-48B3-95CE-54E43A231B30}">
      <dsp:nvSpPr>
        <dsp:cNvPr id="0" name=""/>
        <dsp:cNvSpPr/>
      </dsp:nvSpPr>
      <dsp:spPr>
        <a:xfrm>
          <a:off x="0" y="1081203"/>
          <a:ext cx="6888479" cy="457470"/>
        </a:xfrm>
        <a:prstGeom prst="round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Exhaustive testing is impossible</a:t>
          </a:r>
        </a:p>
      </dsp:txBody>
      <dsp:txXfrm>
        <a:off x="22332" y="1103535"/>
        <a:ext cx="6843815" cy="412806"/>
      </dsp:txXfrm>
    </dsp:sp>
    <dsp:sp modelId="{CF5CC32E-57CD-42BA-B897-EEB539E452C8}">
      <dsp:nvSpPr>
        <dsp:cNvPr id="0" name=""/>
        <dsp:cNvSpPr/>
      </dsp:nvSpPr>
      <dsp:spPr>
        <a:xfrm>
          <a:off x="0" y="1538673"/>
          <a:ext cx="6888479" cy="307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Perfect testing is impossible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1538673"/>
        <a:ext cx="6888479" cy="307912"/>
      </dsp:txXfrm>
    </dsp:sp>
    <dsp:sp modelId="{C2A11AC3-2924-4D47-A469-026ECEC2EBA9}">
      <dsp:nvSpPr>
        <dsp:cNvPr id="0" name=""/>
        <dsp:cNvSpPr/>
      </dsp:nvSpPr>
      <dsp:spPr>
        <a:xfrm>
          <a:off x="0" y="1846586"/>
          <a:ext cx="6888479" cy="45747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Early testing</a:t>
          </a:r>
        </a:p>
      </dsp:txBody>
      <dsp:txXfrm>
        <a:off x="22332" y="1868918"/>
        <a:ext cx="6843815" cy="412806"/>
      </dsp:txXfrm>
    </dsp:sp>
    <dsp:sp modelId="{76AF8EA0-BDFF-426D-B1FD-26974A7A5522}">
      <dsp:nvSpPr>
        <dsp:cNvPr id="0" name=""/>
        <dsp:cNvSpPr/>
      </dsp:nvSpPr>
      <dsp:spPr>
        <a:xfrm>
          <a:off x="0" y="2304056"/>
          <a:ext cx="6888479" cy="580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Testing from the beginning of development can ensure a high level of quality by preventing/discovery defects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2304056"/>
        <a:ext cx="6888479" cy="580635"/>
      </dsp:txXfrm>
    </dsp:sp>
    <dsp:sp modelId="{373D870F-FA9C-4845-A03C-A82422868D45}">
      <dsp:nvSpPr>
        <dsp:cNvPr id="0" name=""/>
        <dsp:cNvSpPr/>
      </dsp:nvSpPr>
      <dsp:spPr>
        <a:xfrm>
          <a:off x="0" y="2884691"/>
          <a:ext cx="6888479" cy="45747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Defect clustering</a:t>
          </a:r>
        </a:p>
      </dsp:txBody>
      <dsp:txXfrm>
        <a:off x="22332" y="2907023"/>
        <a:ext cx="6843815" cy="412806"/>
      </dsp:txXfrm>
    </dsp:sp>
    <dsp:sp modelId="{3307A924-0B56-47D4-BA39-41F06C70326F}">
      <dsp:nvSpPr>
        <dsp:cNvPr id="0" name=""/>
        <dsp:cNvSpPr/>
      </dsp:nvSpPr>
      <dsp:spPr>
        <a:xfrm>
          <a:off x="0" y="3342161"/>
          <a:ext cx="6888479" cy="307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The majority of defects are found in a small number of modules and cause failure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3342161"/>
        <a:ext cx="6888479" cy="307912"/>
      </dsp:txXfrm>
    </dsp:sp>
    <dsp:sp modelId="{E83AFEE2-EFAB-4415-8CC4-C5CB11B09397}">
      <dsp:nvSpPr>
        <dsp:cNvPr id="0" name=""/>
        <dsp:cNvSpPr/>
      </dsp:nvSpPr>
      <dsp:spPr>
        <a:xfrm>
          <a:off x="0" y="3650073"/>
          <a:ext cx="6888479" cy="45747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Pesticide Paradox (</a:t>
          </a:r>
          <a:r>
            <a:rPr lang="ko-KR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살충제 역설</a:t>
          </a: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)</a:t>
          </a:r>
        </a:p>
      </dsp:txBody>
      <dsp:txXfrm>
        <a:off x="22332" y="3672405"/>
        <a:ext cx="6843815" cy="412806"/>
      </dsp:txXfrm>
    </dsp:sp>
    <dsp:sp modelId="{8563C640-DB12-4CCE-8D0C-A632A228E21E}">
      <dsp:nvSpPr>
        <dsp:cNvPr id="0" name=""/>
        <dsp:cNvSpPr/>
      </dsp:nvSpPr>
      <dsp:spPr>
        <a:xfrm>
          <a:off x="0" y="4107543"/>
          <a:ext cx="6888479" cy="307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After repeatedly performing the same test case, no new defects can be found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4107543"/>
        <a:ext cx="6888479" cy="307912"/>
      </dsp:txXfrm>
    </dsp:sp>
    <dsp:sp modelId="{771FC5B4-85E2-46C9-BBD7-B6817EFD034A}">
      <dsp:nvSpPr>
        <dsp:cNvPr id="0" name=""/>
        <dsp:cNvSpPr/>
      </dsp:nvSpPr>
      <dsp:spPr>
        <a:xfrm>
          <a:off x="0" y="4415456"/>
          <a:ext cx="6888479" cy="457470"/>
        </a:xfrm>
        <a:prstGeom prst="round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Testing is context dependent</a:t>
          </a:r>
        </a:p>
      </dsp:txBody>
      <dsp:txXfrm>
        <a:off x="22332" y="4437788"/>
        <a:ext cx="6843815" cy="412806"/>
      </dsp:txXfrm>
    </dsp:sp>
    <dsp:sp modelId="{54D3DDE0-AFA2-439B-A2B4-FF0429E72B42}">
      <dsp:nvSpPr>
        <dsp:cNvPr id="0" name=""/>
        <dsp:cNvSpPr/>
      </dsp:nvSpPr>
      <dsp:spPr>
        <a:xfrm>
          <a:off x="0" y="4872926"/>
          <a:ext cx="6888479" cy="307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Testing is conducted differently depending on the context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4872926"/>
        <a:ext cx="6888479" cy="307912"/>
      </dsp:txXfrm>
    </dsp:sp>
    <dsp:sp modelId="{50A35CE0-39FD-404D-9280-D131CE1E548B}">
      <dsp:nvSpPr>
        <dsp:cNvPr id="0" name=""/>
        <dsp:cNvSpPr/>
      </dsp:nvSpPr>
      <dsp:spPr>
        <a:xfrm>
          <a:off x="0" y="5180838"/>
          <a:ext cx="6888479" cy="45747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Absence-of-errors fallacy (</a:t>
          </a:r>
          <a:r>
            <a:rPr lang="ko-KR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오류</a:t>
          </a: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-</a:t>
          </a:r>
          <a:r>
            <a:rPr lang="ko-KR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부재의 궤변</a:t>
          </a:r>
          <a:r>
            <a:rPr lang="en-US" sz="1700" kern="120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)</a:t>
          </a:r>
        </a:p>
      </dsp:txBody>
      <dsp:txXfrm>
        <a:off x="22332" y="5203170"/>
        <a:ext cx="6843815" cy="412806"/>
      </dsp:txXfrm>
    </dsp:sp>
    <dsp:sp modelId="{56E9153A-9999-4097-BDB0-1FA1C13A431B}">
      <dsp:nvSpPr>
        <dsp:cNvPr id="0" name=""/>
        <dsp:cNvSpPr/>
      </dsp:nvSpPr>
      <dsp:spPr>
        <a:xfrm>
          <a:off x="0" y="5638308"/>
          <a:ext cx="6888479" cy="307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70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Fixing many defects does not guarantee user satisfaction</a:t>
          </a:r>
          <a:r>
            <a:rPr lang="en-US" sz="1300" kern="1200" dirty="0">
              <a:latin typeface="LG스마트체2.0 Regular" panose="020B0600000101010101" pitchFamily="50" charset="-127"/>
              <a:ea typeface="LG스마트체2.0 Regular" panose="020B0600000101010101" pitchFamily="50" charset="-127"/>
            </a:rPr>
            <a:t>.</a:t>
          </a:r>
        </a:p>
      </dsp:txBody>
      <dsp:txXfrm>
        <a:off x="0" y="5638308"/>
        <a:ext cx="6888479" cy="307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E4C06-9EB5-4BE0-B982-03836018C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830D13-B9D0-48ED-AB8A-4512CC30F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32D4E-78A0-4B78-BB13-EE2BC6FB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1274C3-70A7-4652-8F8C-FA187843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43884-FA1F-4C1F-A785-696DE737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98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30424-DF11-4AD6-A9FE-25D8BF68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F97D4E-8ADB-4FA6-A19D-79F11CED6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37FB6F-E9BC-4520-B0B1-EF239396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96795E-BF5C-4E0E-A036-2E793A3E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12EF44-D253-4975-9F97-1C66AD9A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00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79536-42D6-4091-8761-A1DBD6CB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ABEE13-EFB3-4516-B492-2A8F2367F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F821D-7373-4716-9076-E90AD966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9B2C5-52F1-4F84-87AE-0E0FF834C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21260-A41D-43F5-94F0-B77E3D85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65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77049-82E8-4BA2-B963-1E8BFF7E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C5FE0-88D5-4BC8-8B2D-101D5230D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CCEE59-85EA-4F21-82A6-FBF96E8F1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CE8EF1-8967-4786-B122-E5B6BB57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3F05EF-E1F2-4546-91B2-E3769168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6A650B-4E7E-4E9C-AE1E-718B33523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1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EDBDB-02C4-45A6-A3C2-D3EEDF9A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3F5552-1276-4057-B827-C56323398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EF3D90-A6D8-499A-AAB0-4A3884E1F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AA2DC8-A17D-4598-8D3B-D28250739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ECC2D-3447-4129-9B82-3C6F6342D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BD2852-B3D5-4E28-A2A1-1CA9C6E6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9CC732-8529-4BDA-B593-22EA6E68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222198-186A-421F-9970-4CD376B0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41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6C143-3609-4AE7-93BE-5C2C80F3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9B3AB1-1EAA-4B6A-933E-BDA17D2A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88A46B-E606-4875-B865-4D896226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8C65F2-392A-4C1B-B45B-155AE7E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2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EC7C86-104D-4B90-BF27-C57A01E13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6908AE-FF1C-4D63-99BE-09D2B7C0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F1BB3-8498-40DE-A9F9-D9A76CA3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6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E4715-E721-4297-A8E1-3F035BED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E666B1-2B7C-4DE5-953C-8E08BC71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8CCF88-15B3-42BD-B32D-8242CF024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33FC5E-58B6-4C6E-9769-32AF0695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14A793-91F2-4818-9919-675FB100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EC3F23-4648-47A4-86BC-CE9813E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88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0C64B-DC9D-4683-940E-4B9AB25F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7F3CC7-4FBB-4ED2-BEB7-C6738D1DE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EA0D62-011B-4AA9-8C2B-84C947B22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0062F-ADD9-48DA-B922-CF7A9654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11FA06-4E12-4D0D-BBC3-2CAFF0350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5FD3BF-424D-4403-8CA7-5B39216A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65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BF46A-44D2-4397-80D5-8E23B878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55EA11-E9DA-4E5C-80E6-DF55621A2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A33E1A-6CD0-454D-BD58-B66F4DDB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144CFA-C960-43D0-BBCF-C9E6F48D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EF2D6-6365-4DD2-AEBC-72805923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79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0ED5A1-639E-4F45-8426-A0CEC4575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95D9EA-879E-4674-811E-77D1FA5F5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A6FEE7-B08A-4585-8EF8-121F3A4B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EC4B16-7482-4B08-9279-D47C8330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4AF2D-3802-478F-A7A1-92A9C35F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51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DDD44B-0E41-4EA6-967B-7BE3F6A7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C514FE-5403-48CF-84E3-97B43006A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1D64A-4E55-464D-937D-37463FA00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68B6D-CEEA-47C7-95BB-1F60AF0108E6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F2B32-0755-4379-8AF6-52463637F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93762-C3AB-4031-97EB-588877B90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94A2B-8FBD-4DB0-A504-A927C55DFF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1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0A24CC6-373C-445D-9E0E-05F8B9D6C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latinLnBrk="0"/>
            <a:r>
              <a:rPr lang="en-US" altLang="ko-KR" sz="4400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Software Testing Overview</a:t>
            </a:r>
            <a:endParaRPr lang="ko-KR" altLang="en-US" sz="4400" kern="12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D9577A-186B-4F8A-B00A-8C973A16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latinLnBrk="0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l" latinLnBrk="0"/>
            <a:endParaRPr lang="en-US" altLang="ko-KR" dirty="0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8625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7D4A72-F4F1-498A-B083-59E8C50B7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FF3303-6FC3-4637-A201-B4CCC1C99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0636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1DC7BE-A717-469F-9648-23EB1B39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23236"/>
            <a:ext cx="3659777" cy="2820908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Contents</a:t>
            </a:r>
            <a:endParaRPr lang="ko-KR" altLang="en-US" sz="40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908446BB-BE80-4327-8B6A-AA4F847CC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140392"/>
              </p:ext>
            </p:extLst>
          </p:nvPr>
        </p:nvGraphicFramePr>
        <p:xfrm>
          <a:off x="6355080" y="955653"/>
          <a:ext cx="5029200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923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FE1AD3-B2BC-4567-8B4A-DCB8F9080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0A28E-4FD8-4474-A206-E15B5EBB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1"/>
            <a:ext cx="12188952" cy="521767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E75AAD-F4A4-4ED2-9A2F-B2412F936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2759"/>
          <a:stretch/>
        </p:blipFill>
        <p:spPr>
          <a:xfrm flipV="1">
            <a:off x="2" y="0"/>
            <a:ext cx="12191999" cy="2235323"/>
          </a:xfrm>
          <a:custGeom>
            <a:avLst/>
            <a:gdLst>
              <a:gd name="connsiteX0" fmla="*/ 0 w 12191999"/>
              <a:gd name="connsiteY0" fmla="*/ 2235323 h 2235323"/>
              <a:gd name="connsiteX1" fmla="*/ 12191999 w 12191999"/>
              <a:gd name="connsiteY1" fmla="*/ 2235323 h 2235323"/>
              <a:gd name="connsiteX2" fmla="*/ 12191999 w 12191999"/>
              <a:gd name="connsiteY2" fmla="*/ 0 h 2235323"/>
              <a:gd name="connsiteX3" fmla="*/ 0 w 12191999"/>
              <a:gd name="connsiteY3" fmla="*/ 0 h 223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235323">
                <a:moveTo>
                  <a:pt x="0" y="2235323"/>
                </a:moveTo>
                <a:lnTo>
                  <a:pt x="12191999" y="2235323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90506B-6AAD-45F1-859F-C1F980D4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601735"/>
            <a:ext cx="10684151" cy="199197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latinLnBrk="0"/>
            <a:r>
              <a:rPr lang="en-US" altLang="ko-KR" sz="6600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Basic concepts and principles of software testing</a:t>
            </a:r>
            <a:endParaRPr lang="ko-KR" altLang="en-US" sz="6600" kern="12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20CE0B-92EC-45FD-8F68-38003D6D8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586080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50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1708" y="0"/>
            <a:ext cx="10910292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5E59CC-7059-4455-9789-EDFBBE8F5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983" r="60644" b="14447"/>
          <a:stretch/>
        </p:blipFill>
        <p:spPr>
          <a:xfrm>
            <a:off x="2777490" y="2"/>
            <a:ext cx="6185757" cy="6857999"/>
          </a:xfrm>
          <a:custGeom>
            <a:avLst/>
            <a:gdLst>
              <a:gd name="connsiteX0" fmla="*/ 0 w 9414510"/>
              <a:gd name="connsiteY0" fmla="*/ 0 h 6857999"/>
              <a:gd name="connsiteX1" fmla="*/ 9414510 w 9414510"/>
              <a:gd name="connsiteY1" fmla="*/ 0 h 6857999"/>
              <a:gd name="connsiteX2" fmla="*/ 9414510 w 9414510"/>
              <a:gd name="connsiteY2" fmla="*/ 6857999 h 6857999"/>
              <a:gd name="connsiteX3" fmla="*/ 0 w 941451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4510" h="6857999">
                <a:moveTo>
                  <a:pt x="0" y="0"/>
                </a:moveTo>
                <a:lnTo>
                  <a:pt x="9414510" y="0"/>
                </a:lnTo>
                <a:lnTo>
                  <a:pt x="941451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12CB58B-4046-4376-84CB-593AE24A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3F3F3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2 main objectives of software testing</a:t>
            </a:r>
            <a:endParaRPr lang="ko-KR" altLang="en-US" dirty="0">
              <a:solidFill>
                <a:srgbClr val="3F3F3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7F135-6AF3-408E-AEE6-0393EF5E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7507" y="1032987"/>
            <a:ext cx="6185757" cy="4792027"/>
          </a:xfrm>
        </p:spPr>
        <p:txBody>
          <a:bodyPr anchor="ctr">
            <a:normAutofit/>
          </a:bodyPr>
          <a:lstStyle/>
          <a:p>
            <a:r>
              <a:rPr lang="en-US" altLang="ko-KR" sz="2400" dirty="0">
                <a:solidFill>
                  <a:srgbClr val="FFFFFF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Measuring quality</a:t>
            </a:r>
          </a:p>
          <a:p>
            <a:pPr lvl="1"/>
            <a:r>
              <a:rPr lang="en-US" altLang="ko-KR" dirty="0">
                <a:solidFill>
                  <a:srgbClr val="FFFFFF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Ensure that it is implemented and operated to meet user expectations and requirements, and discover faults </a:t>
            </a:r>
          </a:p>
          <a:p>
            <a:r>
              <a:rPr lang="en-US" altLang="ko-KR" sz="2400" dirty="0">
                <a:solidFill>
                  <a:srgbClr val="FFFFFF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Providing information</a:t>
            </a:r>
          </a:p>
          <a:p>
            <a:pPr lvl="1"/>
            <a:r>
              <a:rPr lang="en-US" altLang="ko-KR" dirty="0">
                <a:solidFill>
                  <a:srgbClr val="FFFFFF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Based on fault data, a numerical judgment basis for development project risk is communicated to the decision maker</a:t>
            </a:r>
            <a:endParaRPr lang="ko-KR" altLang="en-US" dirty="0">
              <a:solidFill>
                <a:srgbClr val="FFFFFF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227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98A60F-DC58-4606-9355-817F17FC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66" y="640823"/>
            <a:ext cx="3601773" cy="5583148"/>
          </a:xfrm>
        </p:spPr>
        <p:txBody>
          <a:bodyPr anchor="ctr">
            <a:normAutofit/>
          </a:bodyPr>
          <a:lstStyle/>
          <a:p>
            <a:r>
              <a:rPr lang="en-US" altLang="ko-KR" sz="4800" dirty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Distribution of the cause of a software error</a:t>
            </a:r>
            <a:endParaRPr lang="ko-KR" altLang="en-US" sz="4800" dirty="0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E6E4EDD2-F992-4C9C-835D-D81AB62E7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28074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64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E973DE-E348-469B-988F-E2E43F62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681478" cy="452628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Principles of Software Testing</a:t>
            </a:r>
            <a:endParaRPr lang="ko-KR" altLang="en-US" sz="4000" dirty="0"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8A40AADC-3F13-4410-85E1-3D47DCBDB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309856"/>
              </p:ext>
            </p:extLst>
          </p:nvPr>
        </p:nvGraphicFramePr>
        <p:xfrm>
          <a:off x="4983479" y="457200"/>
          <a:ext cx="6888479" cy="5989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492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FFFA32-D9F4-4AF9-A025-CD128AC85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0967"/>
            <a:ext cx="12192000" cy="5497033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23A416-999C-4FA3-A853-0AE48404B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0"/>
            <a:ext cx="12192000" cy="3049325"/>
            <a:chOff x="0" y="3808676"/>
            <a:chExt cx="12192000" cy="30493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62F656-1A8D-4BA3-BA72-92332E75D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716" b="9820"/>
            <a:stretch>
              <a:fillRect/>
            </a:stretch>
          </p:blipFill>
          <p:spPr>
            <a:xfrm>
              <a:off x="0" y="3808676"/>
              <a:ext cx="12192000" cy="3049325"/>
            </a:xfrm>
            <a:custGeom>
              <a:avLst/>
              <a:gdLst>
                <a:gd name="connsiteX0" fmla="*/ 0 w 12192000"/>
                <a:gd name="connsiteY0" fmla="*/ 0 h 3049325"/>
                <a:gd name="connsiteX1" fmla="*/ 12192000 w 12192000"/>
                <a:gd name="connsiteY1" fmla="*/ 0 h 3049325"/>
                <a:gd name="connsiteX2" fmla="*/ 12192000 w 12192000"/>
                <a:gd name="connsiteY2" fmla="*/ 3049325 h 3049325"/>
                <a:gd name="connsiteX3" fmla="*/ 0 w 12192000"/>
                <a:gd name="connsiteY3" fmla="*/ 3049325 h 30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3049325">
                  <a:moveTo>
                    <a:pt x="0" y="0"/>
                  </a:moveTo>
                  <a:lnTo>
                    <a:pt x="12192000" y="0"/>
                  </a:lnTo>
                  <a:lnTo>
                    <a:pt x="12192000" y="3049325"/>
                  </a:lnTo>
                  <a:lnTo>
                    <a:pt x="0" y="3049325"/>
                  </a:lnTo>
                  <a:close/>
                </a:path>
              </a:pathLst>
            </a:cu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38807D-FB66-4E3A-9CF0-786662C4A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7339" y="5375082"/>
              <a:ext cx="373711" cy="4055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98FBD8A-8FD8-4E78-920F-CCABE77B9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48056"/>
            <a:ext cx="9833548" cy="1066802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3F3F3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Software Quality property</a:t>
            </a:r>
            <a:endParaRPr lang="ko-KR" altLang="en-US" sz="4000" dirty="0">
              <a:solidFill>
                <a:srgbClr val="3F3F3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8797F4-6B80-40A9-AA7B-A0DFF5A33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697480"/>
            <a:ext cx="9833548" cy="3365999"/>
          </a:xfrm>
        </p:spPr>
        <p:txBody>
          <a:bodyPr anchor="ctr">
            <a:normAutofit lnSpcReduction="10000"/>
          </a:bodyPr>
          <a:lstStyle/>
          <a:p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Software Product Quality (ISO/IEC</a:t>
            </a:r>
            <a:r>
              <a:rPr lang="ko-KR" altLang="en-US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9126)</a:t>
            </a:r>
          </a:p>
          <a:p>
            <a:pPr lvl="1"/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Functionality</a:t>
            </a:r>
          </a:p>
          <a:p>
            <a:pPr lvl="1"/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Reliability</a:t>
            </a:r>
          </a:p>
          <a:p>
            <a:pPr lvl="1"/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Usability</a:t>
            </a:r>
          </a:p>
          <a:p>
            <a:pPr lvl="1"/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Maintainability</a:t>
            </a:r>
          </a:p>
          <a:p>
            <a:pPr lvl="1"/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Portability</a:t>
            </a:r>
          </a:p>
          <a:p>
            <a:pPr lvl="1"/>
            <a:r>
              <a:rPr lang="en-US" altLang="ko-KR" sz="32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3405118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0"/>
            <a:ext cx="10910292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63C11A00-A2A3-417C-B33D-DC753ED7C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t="3964" r="3964" b="3964"/>
          <a:stretch>
            <a:fillRect/>
          </a:stretch>
        </p:blipFill>
        <p:spPr>
          <a:xfrm>
            <a:off x="0" y="1"/>
            <a:ext cx="12192000" cy="6857998"/>
          </a:xfrm>
          <a:custGeom>
            <a:avLst/>
            <a:gdLst>
              <a:gd name="connsiteX0" fmla="*/ 0 w 12192000"/>
              <a:gd name="connsiteY0" fmla="*/ 0 h 6857998"/>
              <a:gd name="connsiteX1" fmla="*/ 12192000 w 12192000"/>
              <a:gd name="connsiteY1" fmla="*/ 0 h 6857998"/>
              <a:gd name="connsiteX2" fmla="*/ 12192000 w 12192000"/>
              <a:gd name="connsiteY2" fmla="*/ 6857998 h 6857998"/>
              <a:gd name="connsiteX3" fmla="*/ 0 w 12192000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8">
                <a:moveTo>
                  <a:pt x="0" y="0"/>
                </a:moveTo>
                <a:lnTo>
                  <a:pt x="12192000" y="0"/>
                </a:lnTo>
                <a:lnTo>
                  <a:pt x="12192000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E06A61-69AB-4156-AB65-2E1431E3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437" y="991262"/>
            <a:ext cx="6955124" cy="1066802"/>
          </a:xfrm>
        </p:spPr>
        <p:txBody>
          <a:bodyPr>
            <a:normAutofit/>
          </a:bodyPr>
          <a:lstStyle/>
          <a:p>
            <a:pPr algn="ctr"/>
            <a:r>
              <a:rPr lang="en-US" altLang="ko-KR" sz="37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 </a:t>
            </a:r>
            <a:endParaRPr lang="ko-KR" altLang="en-US" sz="37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CC1848FA-CC2B-4392-85FA-EF2593051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234565"/>
            <a:ext cx="7749540" cy="39604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 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human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being can make an 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error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mistake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), which produces a 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defect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fault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bug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in the program code. </a:t>
            </a:r>
          </a:p>
          <a:p>
            <a:pPr marL="0" indent="0">
              <a:buNone/>
            </a:pPr>
            <a:endParaRPr lang="en-US" altLang="ko-KR" sz="1600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If a 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defect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in code is executed, the system may fail to do what it should do.</a:t>
            </a:r>
          </a:p>
          <a:p>
            <a:pPr marL="0" indent="0">
              <a:buNone/>
            </a:pPr>
            <a:endParaRPr lang="en-US" altLang="ko-KR" sz="1600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Defects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in software, system or documents may result in </a:t>
            </a:r>
            <a:r>
              <a:rPr lang="en-US" altLang="ko-KR" sz="1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failures</a:t>
            </a:r>
            <a:r>
              <a:rPr lang="en-US" altLang="ko-KR" sz="1600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but not all defects do so.</a:t>
            </a:r>
          </a:p>
        </p:txBody>
      </p:sp>
    </p:spTree>
    <p:extLst>
      <p:ext uri="{BB962C8B-B14F-4D97-AF65-F5344CB8AC3E}">
        <p14:creationId xmlns:p14="http://schemas.microsoft.com/office/powerpoint/2010/main" val="896388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FE1AD3-B2BC-4567-8B4A-DCB8F9080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0A28E-4FD8-4474-A206-E15B5EBB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1"/>
            <a:ext cx="12188952" cy="521767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E75AAD-F4A4-4ED2-9A2F-B2412F936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2759"/>
          <a:stretch/>
        </p:blipFill>
        <p:spPr>
          <a:xfrm flipV="1">
            <a:off x="2" y="0"/>
            <a:ext cx="12191999" cy="2235323"/>
          </a:xfrm>
          <a:custGeom>
            <a:avLst/>
            <a:gdLst>
              <a:gd name="connsiteX0" fmla="*/ 0 w 12191999"/>
              <a:gd name="connsiteY0" fmla="*/ 2235323 h 2235323"/>
              <a:gd name="connsiteX1" fmla="*/ 12191999 w 12191999"/>
              <a:gd name="connsiteY1" fmla="*/ 2235323 h 2235323"/>
              <a:gd name="connsiteX2" fmla="*/ 12191999 w 12191999"/>
              <a:gd name="connsiteY2" fmla="*/ 0 h 2235323"/>
              <a:gd name="connsiteX3" fmla="*/ 0 w 12191999"/>
              <a:gd name="connsiteY3" fmla="*/ 0 h 223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235323">
                <a:moveTo>
                  <a:pt x="0" y="2235323"/>
                </a:moveTo>
                <a:lnTo>
                  <a:pt x="12191999" y="2235323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90506B-6AAD-45F1-859F-C1F980D4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601735"/>
            <a:ext cx="1068415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6600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Software Test Type</a:t>
            </a:r>
            <a:endParaRPr lang="ko-KR" altLang="en-US" sz="6600" kern="12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20CE0B-92EC-45FD-8F68-38003D6D8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586080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2721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5">
            <a:extLst>
              <a:ext uri="{FF2B5EF4-FFF2-40B4-BE49-F238E27FC236}">
                <a16:creationId xmlns:a16="http://schemas.microsoft.com/office/drawing/2014/main" id="{D2FD2338-15D7-4C18-8A7D-01C27C878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2504"/>
            <a:ext cx="12188952" cy="2825496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17">
            <a:extLst>
              <a:ext uri="{FF2B5EF4-FFF2-40B4-BE49-F238E27FC236}">
                <a16:creationId xmlns:a16="http://schemas.microsoft.com/office/drawing/2014/main" id="{C129C922-12D1-401C-8095-86D765C28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16" b="33968"/>
          <a:stretch/>
        </p:blipFill>
        <p:spPr>
          <a:xfrm flipV="1">
            <a:off x="0" y="4228848"/>
            <a:ext cx="12192000" cy="1393277"/>
          </a:xfrm>
          <a:custGeom>
            <a:avLst/>
            <a:gdLst>
              <a:gd name="connsiteX0" fmla="*/ 0 w 12192000"/>
              <a:gd name="connsiteY0" fmla="*/ 0 h 3049325"/>
              <a:gd name="connsiteX1" fmla="*/ 12192000 w 12192000"/>
              <a:gd name="connsiteY1" fmla="*/ 0 h 3049325"/>
              <a:gd name="connsiteX2" fmla="*/ 12192000 w 12192000"/>
              <a:gd name="connsiteY2" fmla="*/ 3049325 h 3049325"/>
              <a:gd name="connsiteX3" fmla="*/ 0 w 12192000"/>
              <a:gd name="connsiteY3" fmla="*/ 3049325 h 30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049325">
                <a:moveTo>
                  <a:pt x="0" y="0"/>
                </a:moveTo>
                <a:lnTo>
                  <a:pt x="12192000" y="0"/>
                </a:lnTo>
                <a:lnTo>
                  <a:pt x="12192000" y="3049325"/>
                </a:lnTo>
                <a:lnTo>
                  <a:pt x="0" y="3049325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D5B5043-6681-4147-9960-35B75381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5038344"/>
            <a:ext cx="10579608" cy="118872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Test Level</a:t>
            </a:r>
            <a:endParaRPr lang="ko-KR" altLang="en-US" sz="40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F5FFC2-6527-4F0E-BD4D-D0556D98B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4373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E04F635-F2CC-4C21-B14D-2E108C259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142860"/>
              </p:ext>
            </p:extLst>
          </p:nvPr>
        </p:nvGraphicFramePr>
        <p:xfrm>
          <a:off x="1036320" y="577118"/>
          <a:ext cx="10119361" cy="519005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37173">
                  <a:extLst>
                    <a:ext uri="{9D8B030D-6E8A-4147-A177-3AD203B41FA5}">
                      <a16:colId xmlns:a16="http://schemas.microsoft.com/office/drawing/2014/main" val="1187274275"/>
                    </a:ext>
                  </a:extLst>
                </a:gridCol>
                <a:gridCol w="7582188">
                  <a:extLst>
                    <a:ext uri="{9D8B030D-6E8A-4147-A177-3AD203B41FA5}">
                      <a16:colId xmlns:a16="http://schemas.microsoft.com/office/drawing/2014/main" val="2759880715"/>
                    </a:ext>
                  </a:extLst>
                </a:gridCol>
              </a:tblGrid>
              <a:tr h="4175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Test</a:t>
                      </a:r>
                      <a:r>
                        <a:rPr lang="ko-KR" altLang="en-US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Level</a:t>
                      </a:r>
                      <a:endParaRPr lang="ko-KR" altLang="en-US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Description</a:t>
                      </a:r>
                      <a:endParaRPr lang="ko-KR" altLang="en-US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extLst>
                  <a:ext uri="{0D108BD9-81ED-4DB2-BD59-A6C34878D82A}">
                    <a16:rowId xmlns:a16="http://schemas.microsoft.com/office/drawing/2014/main" val="2173454110"/>
                  </a:ext>
                </a:extLst>
              </a:tr>
              <a:tr h="7022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Acceptance Test</a:t>
                      </a:r>
                      <a:endParaRPr lang="ko-KR" altLang="en-US" sz="1700" dirty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 to determine if the system is acceptable to the user</a:t>
                      </a:r>
                      <a:b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</a:t>
                      </a:r>
                      <a:r>
                        <a:rPr lang="ko-KR" altLang="en-US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purpose is not to find a fault</a:t>
                      </a:r>
                      <a:endParaRPr lang="en-US" altLang="ko-KR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extLst>
                  <a:ext uri="{0D108BD9-81ED-4DB2-BD59-A6C34878D82A}">
                    <a16:rowId xmlns:a16="http://schemas.microsoft.com/office/drawing/2014/main" val="243299535"/>
                  </a:ext>
                </a:extLst>
              </a:tr>
              <a:tr h="9869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System Test</a:t>
                      </a:r>
                      <a:endParaRPr lang="ko-KR" altLang="en-US" sz="1700" dirty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Functional, non-functional testing of the entire system</a:t>
                      </a:r>
                      <a:b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Performed in an environment similar to the production environment</a:t>
                      </a:r>
                      <a:endParaRPr lang="en-US" altLang="ko-KR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 non-functional requirements such as reliability, robustness, performance, stability, and security</a:t>
                      </a:r>
                      <a:endParaRPr lang="ko-KR" altLang="en-US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extLst>
                  <a:ext uri="{0D108BD9-81ED-4DB2-BD59-A6C34878D82A}">
                    <a16:rowId xmlns:a16="http://schemas.microsoft.com/office/drawing/2014/main" val="1265385729"/>
                  </a:ext>
                </a:extLst>
              </a:tr>
              <a:tr h="7022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Integration Test</a:t>
                      </a:r>
                      <a:endParaRPr lang="ko-KR" altLang="en-US" sz="1700" dirty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(Function, Class, Component)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interface testing</a:t>
                      </a:r>
                      <a:b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 the test when each unit is combined and integrated into one system</a:t>
                      </a:r>
                      <a:endParaRPr lang="ko-KR" altLang="en-US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extLst>
                  <a:ext uri="{0D108BD9-81ED-4DB2-BD59-A6C34878D82A}">
                    <a16:rowId xmlns:a16="http://schemas.microsoft.com/office/drawing/2014/main" val="3602764349"/>
                  </a:ext>
                </a:extLst>
              </a:tr>
              <a:tr h="9869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Unit</a:t>
                      </a:r>
                      <a:r>
                        <a:rPr lang="ko-KR" altLang="en-US" sz="170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 </a:t>
                      </a:r>
                      <a:r>
                        <a:rPr lang="en-US" altLang="ko-KR" sz="170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Test</a:t>
                      </a:r>
                      <a:endParaRPr lang="ko-KR" altLang="en-US" sz="1700" dirty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independent evaluation of each unit</a:t>
                      </a: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(Function, Class, Component)</a:t>
                      </a:r>
                      <a:r>
                        <a:rPr lang="ko-KR" altLang="en-US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b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</a:b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Performed by program developers in the implementation phase</a:t>
                      </a:r>
                      <a:endParaRPr lang="en-US" altLang="ko-KR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7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 </a:t>
                      </a: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 in situations isolated from external factors</a:t>
                      </a:r>
                      <a:endParaRPr lang="en-US" altLang="ko-KR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extLst>
                  <a:ext uri="{0D108BD9-81ED-4DB2-BD59-A6C34878D82A}">
                    <a16:rowId xmlns:a16="http://schemas.microsoft.com/office/drawing/2014/main" val="2783892834"/>
                  </a:ext>
                </a:extLst>
              </a:tr>
              <a:tr h="986988">
                <a:tc>
                  <a:txBody>
                    <a:bodyPr/>
                    <a:lstStyle/>
                    <a:p>
                      <a:pPr algn="ctr" latinLnBrk="1"/>
                      <a:endParaRPr lang="ko-KR" altLang="en-US" sz="1700" dirty="0"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7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87993" marR="87993" marT="43997" marB="43997"/>
                </a:tc>
                <a:extLst>
                  <a:ext uri="{0D108BD9-81ED-4DB2-BD59-A6C34878D82A}">
                    <a16:rowId xmlns:a16="http://schemas.microsoft.com/office/drawing/2014/main" val="855555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29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2FD2338-15D7-4C18-8A7D-01C27C878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32504"/>
            <a:ext cx="12188952" cy="2825496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129C922-12D1-401C-8095-86D765C28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16" b="33968"/>
          <a:stretch/>
        </p:blipFill>
        <p:spPr>
          <a:xfrm flipV="1">
            <a:off x="0" y="4228848"/>
            <a:ext cx="12192000" cy="1393277"/>
          </a:xfrm>
          <a:custGeom>
            <a:avLst/>
            <a:gdLst>
              <a:gd name="connsiteX0" fmla="*/ 0 w 12192000"/>
              <a:gd name="connsiteY0" fmla="*/ 0 h 3049325"/>
              <a:gd name="connsiteX1" fmla="*/ 12192000 w 12192000"/>
              <a:gd name="connsiteY1" fmla="*/ 0 h 3049325"/>
              <a:gd name="connsiteX2" fmla="*/ 12192000 w 12192000"/>
              <a:gd name="connsiteY2" fmla="*/ 3049325 h 3049325"/>
              <a:gd name="connsiteX3" fmla="*/ 0 w 12192000"/>
              <a:gd name="connsiteY3" fmla="*/ 3049325 h 30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049325">
                <a:moveTo>
                  <a:pt x="0" y="0"/>
                </a:moveTo>
                <a:lnTo>
                  <a:pt x="12192000" y="0"/>
                </a:lnTo>
                <a:lnTo>
                  <a:pt x="12192000" y="3049325"/>
                </a:lnTo>
                <a:lnTo>
                  <a:pt x="0" y="3049325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D23B43-F808-4F77-A3E3-3D02B941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5038344"/>
            <a:ext cx="10579608" cy="118872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Test</a:t>
            </a:r>
            <a:r>
              <a:rPr lang="ko-KR" altLang="en-US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 </a:t>
            </a:r>
            <a:r>
              <a:rPr lang="en-US" altLang="ko-KR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Level</a:t>
            </a:r>
            <a:r>
              <a:rPr lang="ko-KR" altLang="en-US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 </a:t>
            </a:r>
            <a:r>
              <a:rPr lang="en-US" altLang="ko-KR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in</a:t>
            </a:r>
            <a:r>
              <a:rPr lang="ko-KR" altLang="en-US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 </a:t>
            </a:r>
            <a:r>
              <a:rPr lang="en-US" altLang="ko-KR" sz="40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Build Center</a:t>
            </a:r>
            <a:endParaRPr lang="ko-KR" altLang="en-US" sz="40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F5FFC2-6527-4F0E-BD4D-D0556D98B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43732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7AC503EF-88A5-4711-9F5A-436BC2203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156745"/>
              </p:ext>
            </p:extLst>
          </p:nvPr>
        </p:nvGraphicFramePr>
        <p:xfrm>
          <a:off x="1036320" y="743831"/>
          <a:ext cx="10119362" cy="389349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64204">
                  <a:extLst>
                    <a:ext uri="{9D8B030D-6E8A-4147-A177-3AD203B41FA5}">
                      <a16:colId xmlns:a16="http://schemas.microsoft.com/office/drawing/2014/main" val="1046197225"/>
                    </a:ext>
                  </a:extLst>
                </a:gridCol>
                <a:gridCol w="3970750">
                  <a:extLst>
                    <a:ext uri="{9D8B030D-6E8A-4147-A177-3AD203B41FA5}">
                      <a16:colId xmlns:a16="http://schemas.microsoft.com/office/drawing/2014/main" val="1969096188"/>
                    </a:ext>
                  </a:extLst>
                </a:gridCol>
                <a:gridCol w="4084408">
                  <a:extLst>
                    <a:ext uri="{9D8B030D-6E8A-4147-A177-3AD203B41FA5}">
                      <a16:colId xmlns:a16="http://schemas.microsoft.com/office/drawing/2014/main" val="1525457862"/>
                    </a:ext>
                  </a:extLst>
                </a:gridCol>
              </a:tblGrid>
              <a:tr h="4300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solidFill>
                            <a:srgbClr val="FFFFFF"/>
                          </a:solidFill>
                          <a:latin typeface="LG스마트체2.0 Bold" panose="020B0600000101010101" pitchFamily="50" charset="-127"/>
                          <a:ea typeface="LG스마트체2.0 Bold" panose="020B0600000101010101" pitchFamily="50" charset="-127"/>
                        </a:rPr>
                        <a:t>Test</a:t>
                      </a:r>
                      <a:r>
                        <a:rPr lang="ko-KR" altLang="en-US" sz="2000" dirty="0">
                          <a:solidFill>
                            <a:srgbClr val="FFFFFF"/>
                          </a:solidFill>
                          <a:latin typeface="LG스마트체2.0 Bold" panose="020B0600000101010101" pitchFamily="50" charset="-127"/>
                          <a:ea typeface="LG스마트체2.0 Bold" panose="020B0600000101010101" pitchFamily="50" charset="-127"/>
                        </a:rPr>
                        <a:t> </a:t>
                      </a:r>
                      <a:r>
                        <a:rPr lang="en-US" altLang="ko-KR" sz="2000" dirty="0">
                          <a:solidFill>
                            <a:srgbClr val="FFFFFF"/>
                          </a:solidFill>
                          <a:latin typeface="LG스마트체2.0 Bold" panose="020B0600000101010101" pitchFamily="50" charset="-127"/>
                          <a:ea typeface="LG스마트체2.0 Bold" panose="020B0600000101010101" pitchFamily="50" charset="-127"/>
                        </a:rPr>
                        <a:t>Level</a:t>
                      </a:r>
                      <a:endParaRPr lang="ko-KR" altLang="en-US" sz="2000" b="1" cap="none" spc="3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9144" marT="17599" marB="131992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cap="none" spc="30" dirty="0">
                          <a:latin typeface="LG스마트체 Bold" panose="020B0600000101010101" pitchFamily="50" charset="-127"/>
                          <a:ea typeface="LG스마트체 Bold" panose="020B0600000101010101" pitchFamily="50" charset="-127"/>
                        </a:rPr>
                        <a:t>Traditional</a:t>
                      </a:r>
                      <a:endParaRPr lang="ko-KR" altLang="en-US" sz="2000" b="1" cap="none" spc="30" dirty="0">
                        <a:solidFill>
                          <a:schemeClr val="tx1"/>
                        </a:solidFill>
                        <a:latin typeface="LG스마트체 Bold" panose="020B0600000101010101" pitchFamily="50" charset="-127"/>
                        <a:ea typeface="LG스마트체 Bold" panose="020B0600000101010101" pitchFamily="50" charset="-127"/>
                      </a:endParaRPr>
                    </a:p>
                  </a:txBody>
                  <a:tcPr marL="0" marR="9144" marT="17599" marB="131992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cap="none" spc="30" dirty="0">
                          <a:latin typeface="LG스마트체 Bold" panose="020B0600000101010101" pitchFamily="50" charset="-127"/>
                          <a:ea typeface="LG스마트체 Bold" panose="020B0600000101010101" pitchFamily="50" charset="-127"/>
                        </a:rPr>
                        <a:t>LG</a:t>
                      </a:r>
                      <a:r>
                        <a:rPr lang="ko-KR" altLang="en-US" sz="2000" cap="none" spc="3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2000" cap="none" spc="30" dirty="0">
                          <a:latin typeface="LG스마트체 Bold" panose="020B0600000101010101" pitchFamily="50" charset="-127"/>
                          <a:ea typeface="LG스마트체 Bold" panose="020B0600000101010101" pitchFamily="50" charset="-127"/>
                        </a:rPr>
                        <a:t>CNS</a:t>
                      </a:r>
                      <a:r>
                        <a:rPr lang="ko-KR" altLang="en-US" sz="2000" cap="none" spc="3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2000" dirty="0">
                          <a:solidFill>
                            <a:srgbClr val="FFFFFF"/>
                          </a:solidFill>
                          <a:latin typeface="LG스마트체2.0 Bold" panose="020B0600000101010101" pitchFamily="50" charset="-127"/>
                          <a:ea typeface="LG스마트체2.0 Bold" panose="020B0600000101010101" pitchFamily="50" charset="-127"/>
                        </a:rPr>
                        <a:t>Build Center</a:t>
                      </a:r>
                      <a:endParaRPr lang="ko-KR" altLang="en-US" sz="2000" b="1" cap="none" spc="3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9144" marT="17599" marB="131992" anchor="ctr"/>
                </a:tc>
                <a:extLst>
                  <a:ext uri="{0D108BD9-81ED-4DB2-BD59-A6C34878D82A}">
                    <a16:rowId xmlns:a16="http://schemas.microsoft.com/office/drawing/2014/main" val="967994569"/>
                  </a:ext>
                </a:extLst>
              </a:tr>
              <a:tr h="5519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cap="none" spc="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Acceptance Test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Third-party testing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Quality Gate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Accumulated Module, Smoke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Quality Gate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87993" marT="17599" marB="131992"/>
                </a:tc>
                <a:extLst>
                  <a:ext uri="{0D108BD9-81ED-4DB2-BD59-A6C34878D82A}">
                    <a16:rowId xmlns:a16="http://schemas.microsoft.com/office/drawing/2014/main" val="2401797207"/>
                  </a:ext>
                </a:extLst>
              </a:tr>
              <a:tr h="917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cap="none" spc="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System Test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4572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Performance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Availability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Security check (Source security check, mock hacking)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4572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Health</a:t>
                      </a:r>
                      <a:r>
                        <a:rPr lang="ko-KR" altLang="en-US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Check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Performance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Availability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Security check (Source security check, mock hacking)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45720" marR="87993" marT="17599" marB="131992"/>
                </a:tc>
                <a:extLst>
                  <a:ext uri="{0D108BD9-81ED-4DB2-BD59-A6C34878D82A}">
                    <a16:rowId xmlns:a16="http://schemas.microsoft.com/office/drawing/2014/main" val="2946036442"/>
                  </a:ext>
                </a:extLst>
              </a:tr>
              <a:tr h="7348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cap="none" spc="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Integration Test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Scenario-based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Smoke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Module Test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600" cap="none" spc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87993" marT="17599" marB="131992"/>
                </a:tc>
                <a:extLst>
                  <a:ext uri="{0D108BD9-81ED-4DB2-BD59-A6C34878D82A}">
                    <a16:rowId xmlns:a16="http://schemas.microsoft.com/office/drawing/2014/main" val="773634364"/>
                  </a:ext>
                </a:extLst>
              </a:tr>
              <a:tr h="5519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cap="none" spc="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Unit</a:t>
                      </a:r>
                      <a:r>
                        <a:rPr lang="ko-KR" altLang="en-US" sz="1600" cap="none" spc="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 </a:t>
                      </a:r>
                      <a:r>
                        <a:rPr lang="en-US" altLang="ko-KR" sz="1600" cap="none" spc="0" dirty="0">
                          <a:latin typeface="LG스마트체2.0 SemiBold" panose="020B0600000101010101" pitchFamily="50" charset="-127"/>
                          <a:ea typeface="LG스마트체2.0 SemiBold" panose="020B0600000101010101" pitchFamily="50" charset="-127"/>
                        </a:rPr>
                        <a:t>Test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SemiBold" panose="020B0600000101010101" pitchFamily="50" charset="-127"/>
                        <a:ea typeface="LG스마트체2.0 SemiBold" panose="020B0600000101010101" pitchFamily="50" charset="-127"/>
                      </a:endParaRPr>
                    </a:p>
                  </a:txBody>
                  <a:tcPr marL="4572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</a:t>
                      </a:r>
                      <a:r>
                        <a:rPr lang="ko-KR" altLang="en-US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Test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45720" marR="87993" marT="17599" marB="131992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</a:t>
                      </a:r>
                      <a:r>
                        <a:rPr lang="ko-KR" altLang="en-US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600" cap="none" spc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Test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45720" marR="87993" marT="17599" marB="131992"/>
                </a:tc>
                <a:extLst>
                  <a:ext uri="{0D108BD9-81ED-4DB2-BD59-A6C34878D82A}">
                    <a16:rowId xmlns:a16="http://schemas.microsoft.com/office/drawing/2014/main" val="3220834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76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66012E2-2E5E-4208-B59C-DA4FC44DC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8635" y="0"/>
            <a:ext cx="12220634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5F94A0D-DB2E-4487-BA31-9105C14D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36" y="0"/>
            <a:ext cx="12220636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D23B43-F808-4F77-A3E3-3D02B941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7" y="3121701"/>
            <a:ext cx="3658053" cy="21601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Test Pyramid</a:t>
            </a:r>
          </a:p>
        </p:txBody>
      </p:sp>
      <p:pic>
        <p:nvPicPr>
          <p:cNvPr id="23" name="Picture 18">
            <a:extLst>
              <a:ext uri="{FF2B5EF4-FFF2-40B4-BE49-F238E27FC236}">
                <a16:creationId xmlns:a16="http://schemas.microsoft.com/office/drawing/2014/main" id="{FD134AEE-F359-4E4E-98CB-3E15F260AFF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8" y="1362355"/>
            <a:ext cx="6215584" cy="46269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936BE64-9C7C-402E-AC26-4B7D77853C3A}"/>
              </a:ext>
            </a:extLst>
          </p:cNvPr>
          <p:cNvSpPr/>
          <p:nvPr/>
        </p:nvSpPr>
        <p:spPr>
          <a:xfrm>
            <a:off x="9220630" y="1526947"/>
            <a:ext cx="1712328" cy="27699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algn="ctr" defTabSz="1219080" latinLnBrk="0">
              <a:defRPr/>
            </a:pPr>
            <a:r>
              <a:rPr lang="en-US" altLang="ko-KR" sz="1200" kern="0" dirty="0">
                <a:solidFill>
                  <a:srgbClr val="FF0000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Aharoni" panose="020B0604020202020204" pitchFamily="2" charset="-79"/>
              </a:rPr>
              <a:t>Manual / Exploratory</a:t>
            </a:r>
          </a:p>
        </p:txBody>
      </p:sp>
    </p:spTree>
    <p:extLst>
      <p:ext uri="{BB962C8B-B14F-4D97-AF65-F5344CB8AC3E}">
        <p14:creationId xmlns:p14="http://schemas.microsoft.com/office/powerpoint/2010/main" val="3391482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FE1AD3-B2BC-4567-8B4A-DCB8F9080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0A28E-4FD8-4474-A206-E15B5EBB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1"/>
            <a:ext cx="12188952" cy="521767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E75AAD-F4A4-4ED2-9A2F-B2412F936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2759"/>
          <a:stretch/>
        </p:blipFill>
        <p:spPr>
          <a:xfrm flipV="1">
            <a:off x="2" y="0"/>
            <a:ext cx="12191999" cy="2235323"/>
          </a:xfrm>
          <a:custGeom>
            <a:avLst/>
            <a:gdLst>
              <a:gd name="connsiteX0" fmla="*/ 0 w 12191999"/>
              <a:gd name="connsiteY0" fmla="*/ 2235323 h 2235323"/>
              <a:gd name="connsiteX1" fmla="*/ 12191999 w 12191999"/>
              <a:gd name="connsiteY1" fmla="*/ 2235323 h 2235323"/>
              <a:gd name="connsiteX2" fmla="*/ 12191999 w 12191999"/>
              <a:gd name="connsiteY2" fmla="*/ 0 h 2235323"/>
              <a:gd name="connsiteX3" fmla="*/ 0 w 12191999"/>
              <a:gd name="connsiteY3" fmla="*/ 0 h 223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235323">
                <a:moveTo>
                  <a:pt x="0" y="2235323"/>
                </a:moveTo>
                <a:lnTo>
                  <a:pt x="12191999" y="2235323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90506B-6AAD-45F1-859F-C1F980D4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601735"/>
            <a:ext cx="1068415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6600" kern="1200" dirty="0" err="1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Debuging</a:t>
            </a:r>
            <a:r>
              <a:rPr lang="en-US" altLang="ko-KR" sz="6600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 log</a:t>
            </a:r>
            <a:endParaRPr lang="ko-KR" altLang="en-US" sz="6600" kern="1200" dirty="0"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20CE0B-92EC-45FD-8F68-38003D6D8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586080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255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66012E2-2E5E-4208-B59C-DA4FC44DC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8635" y="0"/>
            <a:ext cx="12220634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5F94A0D-DB2E-4487-BA31-9105C14D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36" y="0"/>
            <a:ext cx="12220636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D23B43-F808-4F77-A3E3-3D02B941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7" y="3121701"/>
            <a:ext cx="3658053" cy="21601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Loging level</a:t>
            </a:r>
          </a:p>
        </p:txBody>
      </p:sp>
      <p:pic>
        <p:nvPicPr>
          <p:cNvPr id="6" name="Picture 5" descr="A diagram of a multicolored circle&#10;&#10;Description automatically generated with medium confidence">
            <a:extLst>
              <a:ext uri="{FF2B5EF4-FFF2-40B4-BE49-F238E27FC236}">
                <a16:creationId xmlns:a16="http://schemas.microsoft.com/office/drawing/2014/main" id="{77FAAAA7-D83B-CE6F-2C0B-6A6D3CA4D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254" y="1180151"/>
            <a:ext cx="6640800" cy="449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7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90506B-6AAD-45F1-859F-C1F980D4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6000" kern="1200" dirty="0">
                <a:solidFill>
                  <a:srgbClr val="FFFFFF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513352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519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LG스마트체 Bold</vt:lpstr>
      <vt:lpstr>LG스마트체2.0 Bold</vt:lpstr>
      <vt:lpstr>LG스마트체2.0 Regular</vt:lpstr>
      <vt:lpstr>LG스마트체2.0 SemiBold</vt:lpstr>
      <vt:lpstr>맑은 고딕</vt:lpstr>
      <vt:lpstr>Arial</vt:lpstr>
      <vt:lpstr>Calibri</vt:lpstr>
      <vt:lpstr>Office 테마</vt:lpstr>
      <vt:lpstr>Software Testing Overview</vt:lpstr>
      <vt:lpstr>Contents</vt:lpstr>
      <vt:lpstr>Basic concepts and principles of software testing</vt:lpstr>
      <vt:lpstr>2 main objectives of software testing</vt:lpstr>
      <vt:lpstr>Distribution of the cause of a software error</vt:lpstr>
      <vt:lpstr>Principles of Software Testing</vt:lpstr>
      <vt:lpstr>Software Quality property</vt:lpstr>
      <vt:lpstr> </vt:lpstr>
      <vt:lpstr>Software Test Type</vt:lpstr>
      <vt:lpstr>Test Level</vt:lpstr>
      <vt:lpstr>Test Level in Build Center</vt:lpstr>
      <vt:lpstr>Test Pyramid</vt:lpstr>
      <vt:lpstr>Debuging log</vt:lpstr>
      <vt:lpstr>Loging level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소프트웨어 테스팅 기초</dc:title>
  <dc:creator>추민규</dc:creator>
  <cp:lastModifiedBy>NGUYEN DUY BAO ANH</cp:lastModifiedBy>
  <cp:revision>7</cp:revision>
  <dcterms:created xsi:type="dcterms:W3CDTF">2021-04-25T21:10:18Z</dcterms:created>
  <dcterms:modified xsi:type="dcterms:W3CDTF">2024-10-23T10:44:22Z</dcterms:modified>
</cp:coreProperties>
</file>