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45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3014" y="2073272"/>
            <a:ext cx="8179963" cy="74019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latin typeface="Google Sans Code Light" panose="020B0509030502040204" pitchFamily="49" charset="0"/>
              </a:rPr>
              <a:t>comprehensive </a:t>
            </a:r>
            <a:r>
              <a:rPr lang="en-US" sz="2000" dirty="0" smtClean="0">
                <a:latin typeface="Google Sans Code Light" panose="020B0509030502040204" pitchFamily="49" charset="0"/>
              </a:rPr>
              <a:t>conceptual foundation for developers</a:t>
            </a:r>
            <a:endParaRPr lang="en-US" sz="2000" dirty="0">
              <a:latin typeface="Google Sans Code Light" panose="020B050903050204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238" y="3114596"/>
            <a:ext cx="952500" cy="952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5241701"/>
            <a:ext cx="2485623" cy="91439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andara" panose="020E0502030303020204" pitchFamily="34" charset="0"/>
              </a:rPr>
              <a:t>Nguyễn</a:t>
            </a:r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ndara" panose="020E0502030303020204" pitchFamily="34" charset="0"/>
              </a:rPr>
              <a:t>Thị</a:t>
            </a:r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ndara" panose="020E0502030303020204" pitchFamily="34" charset="0"/>
              </a:rPr>
              <a:t>Bình</a:t>
            </a:r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andara" panose="020E0502030303020204" pitchFamily="34" charset="0"/>
              </a:rPr>
              <a:t>An</a:t>
            </a:r>
          </a:p>
          <a:p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Candara" panose="020E0502030303020204" pitchFamily="34" charset="0"/>
              </a:rPr>
              <a:t> Data Engineer</a:t>
            </a:r>
          </a:p>
          <a:p>
            <a:endParaRPr lang="en-US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273225"/>
            <a:ext cx="3517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ogle Sans Code Light" panose="020B0509030502040204" pitchFamily="49" charset="0"/>
                <a:ea typeface="Amazon Ember Display Light" panose="020F0403020204020204" pitchFamily="34" charset="0"/>
                <a:cs typeface="Amazon Ember Display Light" panose="020F0403020204020204" pitchFamily="34" charset="0"/>
              </a:rPr>
              <a:t>D&amp;A DEVELOPMENT TEAM</a:t>
            </a: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ogle Sans Code Light" panose="020B0509030502040204" pitchFamily="49" charset="0"/>
                <a:ea typeface="Amazon Ember Display Light" panose="020F0403020204020204" pitchFamily="34" charset="0"/>
                <a:cs typeface="Amazon Ember Display Light" panose="020F0403020204020204" pitchFamily="34" charset="0"/>
              </a:rPr>
              <a:t>LG CNS VIETNAM BUILD CENTER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Google Sans Code Light" panose="020B0509030502040204" pitchFamily="49" charset="0"/>
              <a:ea typeface="Amazon Ember Display Light" panose="020F0403020204020204" pitchFamily="34" charset="0"/>
              <a:cs typeface="Amazon Ember Display Light" panose="020F0403020204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713014" y="933022"/>
            <a:ext cx="7654877" cy="1140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smtClean="0">
                <a:latin typeface="Google Sans Code" panose="020B0509030502040204" pitchFamily="49" charset="0"/>
              </a:rPr>
              <a:t>ESSENTIAL OPERATING SYSTEM</a:t>
            </a:r>
            <a:endParaRPr lang="en-US" sz="3200" dirty="0">
              <a:latin typeface="Google Sans Code" panose="020B050903050204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Google Sans Code Light" panose="020B0509030502040204" pitchFamily="49" charset="0"/>
              </a:rPr>
              <a:t>WHAT and WHY Operating Systems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>
                <a:latin typeface="Google Sans Code Light" panose="020B0509030502040204" pitchFamily="49" charset="0"/>
              </a:rPr>
              <a:t>End user view</a:t>
            </a:r>
          </a:p>
          <a:p>
            <a:r>
              <a:rPr lang="en-US" sz="1800" dirty="0" smtClean="0">
                <a:latin typeface="Google Sans Code Light" panose="020B0509030502040204" pitchFamily="49" charset="0"/>
              </a:rPr>
              <a:t>System view</a:t>
            </a:r>
          </a:p>
          <a:p>
            <a:r>
              <a:rPr lang="en-US" sz="1800" dirty="0" smtClean="0">
                <a:latin typeface="Google Sans Code Light" panose="020B0509030502040204" pitchFamily="49" charset="0"/>
              </a:rPr>
              <a:t>Developer view</a:t>
            </a:r>
            <a:endParaRPr lang="en-US" sz="1800" dirty="0">
              <a:latin typeface="Google Sans Code Light" panose="020B050903050204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23020" y="6488668"/>
            <a:ext cx="37689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 Code" panose="020B0509030502040204" pitchFamily="49" charset="0"/>
              </a:rPr>
              <a:t>ESSENTIAL OPERATING SYSTEM</a:t>
            </a:r>
            <a:endParaRPr lang="en-US" dirty="0">
              <a:solidFill>
                <a:schemeClr val="bg2">
                  <a:lumMod val="75000"/>
                </a:schemeClr>
              </a:solidFill>
              <a:latin typeface="Google Sans Code" panose="020B050903050204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0" y="6296891"/>
            <a:ext cx="12192000" cy="6234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4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39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Amazon Ember Display Light</vt:lpstr>
      <vt:lpstr>Arial</vt:lpstr>
      <vt:lpstr>Calibri</vt:lpstr>
      <vt:lpstr>Calibri Light</vt:lpstr>
      <vt:lpstr>Candara</vt:lpstr>
      <vt:lpstr>Google Sans Code</vt:lpstr>
      <vt:lpstr>Google Sans Code Light</vt:lpstr>
      <vt:lpstr>Office Theme</vt:lpstr>
      <vt:lpstr>comprehensive conceptual foundation for developers</vt:lpstr>
      <vt:lpstr>WHAT and WHY Operating Systems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Elite</dc:creator>
  <cp:lastModifiedBy>Elite</cp:lastModifiedBy>
  <cp:revision>8</cp:revision>
  <dcterms:created xsi:type="dcterms:W3CDTF">2025-07-23T00:59:00Z</dcterms:created>
  <dcterms:modified xsi:type="dcterms:W3CDTF">2025-11-11T22:32:08Z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