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5"/>
  </p:notesMasterIdLst>
  <p:sldIdLst>
    <p:sldId id="264" r:id="rId2"/>
    <p:sldId id="309" r:id="rId3"/>
    <p:sldId id="338" r:id="rId4"/>
    <p:sldId id="265" r:id="rId5"/>
    <p:sldId id="297" r:id="rId6"/>
    <p:sldId id="266" r:id="rId7"/>
    <p:sldId id="298" r:id="rId8"/>
    <p:sldId id="296" r:id="rId9"/>
    <p:sldId id="257" r:id="rId10"/>
    <p:sldId id="269" r:id="rId11"/>
    <p:sldId id="310" r:id="rId12"/>
    <p:sldId id="258" r:id="rId13"/>
    <p:sldId id="314" r:id="rId14"/>
    <p:sldId id="267" r:id="rId15"/>
    <p:sldId id="282" r:id="rId16"/>
    <p:sldId id="316" r:id="rId17"/>
    <p:sldId id="317" r:id="rId18"/>
    <p:sldId id="318" r:id="rId19"/>
    <p:sldId id="319" r:id="rId20"/>
    <p:sldId id="280" r:id="rId21"/>
    <p:sldId id="289" r:id="rId22"/>
    <p:sldId id="329" r:id="rId23"/>
    <p:sldId id="287" r:id="rId24"/>
    <p:sldId id="273" r:id="rId25"/>
    <p:sldId id="279" r:id="rId26"/>
    <p:sldId id="259" r:id="rId27"/>
    <p:sldId id="320" r:id="rId28"/>
    <p:sldId id="260" r:id="rId29"/>
    <p:sldId id="283" r:id="rId30"/>
    <p:sldId id="302" r:id="rId31"/>
    <p:sldId id="322" r:id="rId32"/>
    <p:sldId id="323" r:id="rId33"/>
    <p:sldId id="328" r:id="rId34"/>
    <p:sldId id="325" r:id="rId35"/>
    <p:sldId id="326" r:id="rId36"/>
    <p:sldId id="315" r:id="rId37"/>
    <p:sldId id="327" r:id="rId38"/>
    <p:sldId id="299" r:id="rId39"/>
    <p:sldId id="311" r:id="rId40"/>
    <p:sldId id="312" r:id="rId41"/>
    <p:sldId id="321" r:id="rId42"/>
    <p:sldId id="324" r:id="rId43"/>
    <p:sldId id="281" r:id="rId44"/>
    <p:sldId id="300" r:id="rId45"/>
    <p:sldId id="272" r:id="rId46"/>
    <p:sldId id="301" r:id="rId47"/>
    <p:sldId id="330" r:id="rId48"/>
    <p:sldId id="331" r:id="rId49"/>
    <p:sldId id="332" r:id="rId50"/>
    <p:sldId id="333" r:id="rId51"/>
    <p:sldId id="335" r:id="rId52"/>
    <p:sldId id="334" r:id="rId53"/>
    <p:sldId id="336" r:id="rId54"/>
    <p:sldId id="337" r:id="rId55"/>
    <p:sldId id="354" r:id="rId56"/>
    <p:sldId id="355" r:id="rId57"/>
    <p:sldId id="356" r:id="rId58"/>
    <p:sldId id="357" r:id="rId59"/>
    <p:sldId id="305" r:id="rId60"/>
    <p:sldId id="290" r:id="rId61"/>
    <p:sldId id="340" r:id="rId62"/>
    <p:sldId id="341" r:id="rId63"/>
    <p:sldId id="342" r:id="rId64"/>
    <p:sldId id="344" r:id="rId65"/>
    <p:sldId id="343" r:id="rId66"/>
    <p:sldId id="349" r:id="rId67"/>
    <p:sldId id="291" r:id="rId68"/>
    <p:sldId id="358" r:id="rId69"/>
    <p:sldId id="307" r:id="rId70"/>
    <p:sldId id="306" r:id="rId71"/>
    <p:sldId id="360" r:id="rId72"/>
    <p:sldId id="303" r:id="rId73"/>
    <p:sldId id="350" r:id="rId74"/>
    <p:sldId id="351" r:id="rId75"/>
    <p:sldId id="352" r:id="rId76"/>
    <p:sldId id="353" r:id="rId77"/>
    <p:sldId id="304" r:id="rId78"/>
    <p:sldId id="295" r:id="rId79"/>
    <p:sldId id="294" r:id="rId80"/>
    <p:sldId id="293" r:id="rId81"/>
    <p:sldId id="359" r:id="rId82"/>
    <p:sldId id="308" r:id="rId83"/>
    <p:sldId id="361" r:id="rId8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eader" id="{39E9597D-6AEF-47D8-AF58-67FBCC787EC5}">
          <p14:sldIdLst>
            <p14:sldId id="264"/>
            <p14:sldId id="309"/>
          </p14:sldIdLst>
        </p14:section>
        <p14:section name="#1: Introduction" id="{488F0864-3CC6-4D2C-B680-F9FE6ABCB403}">
          <p14:sldIdLst>
            <p14:sldId id="338"/>
            <p14:sldId id="265"/>
            <p14:sldId id="297"/>
            <p14:sldId id="266"/>
            <p14:sldId id="298"/>
          </p14:sldIdLst>
        </p14:section>
        <p14:section name="#2: CPU Scheduling" id="{43DF0C68-9695-41AB-BBEE-732F2396B5CB}">
          <p14:sldIdLst>
            <p14:sldId id="296"/>
            <p14:sldId id="257"/>
            <p14:sldId id="269"/>
            <p14:sldId id="310"/>
            <p14:sldId id="258"/>
            <p14:sldId id="314"/>
            <p14:sldId id="267"/>
            <p14:sldId id="282"/>
            <p14:sldId id="316"/>
            <p14:sldId id="317"/>
            <p14:sldId id="318"/>
            <p14:sldId id="319"/>
            <p14:sldId id="280"/>
            <p14:sldId id="289"/>
            <p14:sldId id="329"/>
            <p14:sldId id="287"/>
            <p14:sldId id="273"/>
            <p14:sldId id="279"/>
            <p14:sldId id="259"/>
            <p14:sldId id="320"/>
            <p14:sldId id="260"/>
            <p14:sldId id="283"/>
            <p14:sldId id="302"/>
            <p14:sldId id="322"/>
            <p14:sldId id="323"/>
            <p14:sldId id="328"/>
            <p14:sldId id="325"/>
            <p14:sldId id="326"/>
            <p14:sldId id="315"/>
            <p14:sldId id="327"/>
          </p14:sldIdLst>
        </p14:section>
        <p14:section name="#3: Memory Management" id="{1881D19B-0475-486E-B6D4-9F8EBC2172ED}">
          <p14:sldIdLst>
            <p14:sldId id="299"/>
            <p14:sldId id="311"/>
            <p14:sldId id="312"/>
            <p14:sldId id="321"/>
            <p14:sldId id="324"/>
            <p14:sldId id="281"/>
            <p14:sldId id="300"/>
            <p14:sldId id="272"/>
            <p14:sldId id="301"/>
            <p14:sldId id="330"/>
            <p14:sldId id="331"/>
          </p14:sldIdLst>
        </p14:section>
        <p14:section name="#4: File System" id="{FFF2F9B3-8B46-4553-92D3-1463C175D2B0}">
          <p14:sldIdLst>
            <p14:sldId id="332"/>
            <p14:sldId id="333"/>
            <p14:sldId id="335"/>
            <p14:sldId id="334"/>
            <p14:sldId id="336"/>
            <p14:sldId id="337"/>
            <p14:sldId id="354"/>
            <p14:sldId id="355"/>
            <p14:sldId id="356"/>
            <p14:sldId id="357"/>
          </p14:sldIdLst>
        </p14:section>
        <p14:section name="#5: Socket &amp; Networking" id="{41176E63-BACC-4FC8-9587-190680F79C46}">
          <p14:sldIdLst>
            <p14:sldId id="305"/>
            <p14:sldId id="290"/>
            <p14:sldId id="340"/>
            <p14:sldId id="341"/>
            <p14:sldId id="342"/>
          </p14:sldIdLst>
        </p14:section>
        <p14:section name="#6: Environment Configuration" id="{0BFF0753-523B-4FDE-8A85-67063AC570A2}">
          <p14:sldIdLst>
            <p14:sldId id="344"/>
            <p14:sldId id="343"/>
            <p14:sldId id="349"/>
            <p14:sldId id="291"/>
            <p14:sldId id="358"/>
          </p14:sldIdLst>
        </p14:section>
        <p14:section name="#7: Practical Examples" id="{8CDD333E-D132-48DE-BE16-072595C86F34}">
          <p14:sldIdLst>
            <p14:sldId id="307"/>
            <p14:sldId id="306"/>
            <p14:sldId id="360"/>
            <p14:sldId id="303"/>
            <p14:sldId id="350"/>
            <p14:sldId id="351"/>
            <p14:sldId id="352"/>
            <p14:sldId id="353"/>
            <p14:sldId id="304"/>
            <p14:sldId id="295"/>
            <p14:sldId id="294"/>
            <p14:sldId id="293"/>
          </p14:sldIdLst>
        </p14:section>
        <p14:section name="Summary" id="{BE4D50D5-0BAA-42AB-B951-0420FD7C8EE7}">
          <p14:sldIdLst>
            <p14:sldId id="359"/>
            <p14:sldId id="308"/>
            <p14:sldId id="361"/>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F85BB2-DE0D-472A-A790-31917BF4FDBB}" v="664" dt="2025-12-05T03:03:26.29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175" autoAdjust="0"/>
    <p:restoredTop sz="94660"/>
  </p:normalViewPr>
  <p:slideViewPr>
    <p:cSldViewPr snapToGrid="0" snapToObjects="1">
      <p:cViewPr varScale="1">
        <p:scale>
          <a:sx n="96" d="100"/>
          <a:sy n="96" d="100"/>
        </p:scale>
        <p:origin x="132"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5/10/relationships/revisionInfo" Target="revisionInfo.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9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EN THI BINH AN(Peace)" userId="1c9bc6a0-715e-4c71-a899-2061e6a9426e" providerId="ADAL" clId="{48F85BB2-DE0D-472A-A790-31917BF4FDBB}"/>
    <pc:docChg chg="undo redo custSel addSld delSld modSld sldOrd addSection delSection modSection">
      <pc:chgData name="NGUYEN THI BINH AN(Peace)" userId="1c9bc6a0-715e-4c71-a899-2061e6a9426e" providerId="ADAL" clId="{48F85BB2-DE0D-472A-A790-31917BF4FDBB}" dt="2025-12-05T03:23:45.675" v="4075"/>
      <pc:docMkLst>
        <pc:docMk/>
      </pc:docMkLst>
      <pc:sldChg chg="addSp delSp modSp del mod delAnim">
        <pc:chgData name="NGUYEN THI BINH AN(Peace)" userId="1c9bc6a0-715e-4c71-a899-2061e6a9426e" providerId="ADAL" clId="{48F85BB2-DE0D-472A-A790-31917BF4FDBB}" dt="2025-12-03T09:55:24.103" v="1491" actId="2696"/>
        <pc:sldMkLst>
          <pc:docMk/>
          <pc:sldMk cId="0" sldId="256"/>
        </pc:sldMkLst>
      </pc:sldChg>
      <pc:sldChg chg="addSp delSp mod ord">
        <pc:chgData name="NGUYEN THI BINH AN(Peace)" userId="1c9bc6a0-715e-4c71-a899-2061e6a9426e" providerId="ADAL" clId="{48F85BB2-DE0D-472A-A790-31917BF4FDBB}" dt="2025-12-03T09:58:39.457" v="1493" actId="22"/>
        <pc:sldMkLst>
          <pc:docMk/>
          <pc:sldMk cId="0" sldId="257"/>
        </pc:sldMkLst>
        <pc:picChg chg="add">
          <ac:chgData name="NGUYEN THI BINH AN(Peace)" userId="1c9bc6a0-715e-4c71-a899-2061e6a9426e" providerId="ADAL" clId="{48F85BB2-DE0D-472A-A790-31917BF4FDBB}" dt="2025-12-03T09:58:39.457" v="1493" actId="22"/>
          <ac:picMkLst>
            <pc:docMk/>
            <pc:sldMk cId="0" sldId="257"/>
            <ac:picMk id="3" creationId="{18ADF6B5-BDBF-DDFF-E171-065DCD63CE9B}"/>
          </ac:picMkLst>
        </pc:picChg>
      </pc:sldChg>
      <pc:sldChg chg="addSp delSp modSp mod ord setBg">
        <pc:chgData name="NGUYEN THI BINH AN(Peace)" userId="1c9bc6a0-715e-4c71-a899-2061e6a9426e" providerId="ADAL" clId="{48F85BB2-DE0D-472A-A790-31917BF4FDBB}" dt="2025-12-03T10:04:11.197" v="1501" actId="27614"/>
        <pc:sldMkLst>
          <pc:docMk/>
          <pc:sldMk cId="0" sldId="258"/>
        </pc:sldMkLst>
        <pc:spChg chg="add">
          <ac:chgData name="NGUYEN THI BINH AN(Peace)" userId="1c9bc6a0-715e-4c71-a899-2061e6a9426e" providerId="ADAL" clId="{48F85BB2-DE0D-472A-A790-31917BF4FDBB}" dt="2025-12-03T10:04:02.141" v="1500" actId="26606"/>
          <ac:spMkLst>
            <pc:docMk/>
            <pc:sldMk cId="0" sldId="258"/>
            <ac:spMk id="16" creationId="{83C98ABE-055B-441F-B07E-44F97F083C39}"/>
          </ac:spMkLst>
        </pc:spChg>
        <pc:spChg chg="add">
          <ac:chgData name="NGUYEN THI BINH AN(Peace)" userId="1c9bc6a0-715e-4c71-a899-2061e6a9426e" providerId="ADAL" clId="{48F85BB2-DE0D-472A-A790-31917BF4FDBB}" dt="2025-12-03T10:04:02.141" v="1500" actId="26606"/>
          <ac:spMkLst>
            <pc:docMk/>
            <pc:sldMk cId="0" sldId="258"/>
            <ac:spMk id="17" creationId="{F3060C83-F051-4F0E-ABAD-AA0DFC48B218}"/>
          </ac:spMkLst>
        </pc:spChg>
        <pc:spChg chg="add">
          <ac:chgData name="NGUYEN THI BINH AN(Peace)" userId="1c9bc6a0-715e-4c71-a899-2061e6a9426e" providerId="ADAL" clId="{48F85BB2-DE0D-472A-A790-31917BF4FDBB}" dt="2025-12-03T10:04:02.141" v="1500" actId="26606"/>
          <ac:spMkLst>
            <pc:docMk/>
            <pc:sldMk cId="0" sldId="258"/>
            <ac:spMk id="18" creationId="{29FDB030-9B49-4CED-8CCD-4D99382388AC}"/>
          </ac:spMkLst>
        </pc:spChg>
        <pc:spChg chg="add">
          <ac:chgData name="NGUYEN THI BINH AN(Peace)" userId="1c9bc6a0-715e-4c71-a899-2061e6a9426e" providerId="ADAL" clId="{48F85BB2-DE0D-472A-A790-31917BF4FDBB}" dt="2025-12-03T10:04:02.141" v="1500" actId="26606"/>
          <ac:spMkLst>
            <pc:docMk/>
            <pc:sldMk cId="0" sldId="258"/>
            <ac:spMk id="20" creationId="{3783CA14-24A1-485C-8B30-D6A5D87987AD}"/>
          </ac:spMkLst>
        </pc:spChg>
        <pc:spChg chg="add">
          <ac:chgData name="NGUYEN THI BINH AN(Peace)" userId="1c9bc6a0-715e-4c71-a899-2061e6a9426e" providerId="ADAL" clId="{48F85BB2-DE0D-472A-A790-31917BF4FDBB}" dt="2025-12-03T10:04:02.141" v="1500" actId="26606"/>
          <ac:spMkLst>
            <pc:docMk/>
            <pc:sldMk cId="0" sldId="258"/>
            <ac:spMk id="22" creationId="{9A97C86A-04D6-40F7-AE84-31AB43E6A846}"/>
          </ac:spMkLst>
        </pc:spChg>
        <pc:spChg chg="add">
          <ac:chgData name="NGUYEN THI BINH AN(Peace)" userId="1c9bc6a0-715e-4c71-a899-2061e6a9426e" providerId="ADAL" clId="{48F85BB2-DE0D-472A-A790-31917BF4FDBB}" dt="2025-12-03T10:04:02.141" v="1500" actId="26606"/>
          <ac:spMkLst>
            <pc:docMk/>
            <pc:sldMk cId="0" sldId="258"/>
            <ac:spMk id="24" creationId="{FF9F2414-84E8-453E-B1F3-389FDE8192D9}"/>
          </ac:spMkLst>
        </pc:spChg>
        <pc:spChg chg="add">
          <ac:chgData name="NGUYEN THI BINH AN(Peace)" userId="1c9bc6a0-715e-4c71-a899-2061e6a9426e" providerId="ADAL" clId="{48F85BB2-DE0D-472A-A790-31917BF4FDBB}" dt="2025-12-03T10:04:02.141" v="1500" actId="26606"/>
          <ac:spMkLst>
            <pc:docMk/>
            <pc:sldMk cId="0" sldId="258"/>
            <ac:spMk id="26" creationId="{3ECA69A1-7536-43AC-85EF-C7106179F5ED}"/>
          </ac:spMkLst>
        </pc:spChg>
        <pc:picChg chg="add mod">
          <ac:chgData name="NGUYEN THI BINH AN(Peace)" userId="1c9bc6a0-715e-4c71-a899-2061e6a9426e" providerId="ADAL" clId="{48F85BB2-DE0D-472A-A790-31917BF4FDBB}" dt="2025-12-03T10:04:11.197" v="1501" actId="27614"/>
          <ac:picMkLst>
            <pc:docMk/>
            <pc:sldMk cId="0" sldId="258"/>
            <ac:picMk id="9" creationId="{1B3D57CB-0925-5830-7950-C980A144F450}"/>
          </ac:picMkLst>
        </pc:picChg>
      </pc:sldChg>
      <pc:sldChg chg="ord">
        <pc:chgData name="NGUYEN THI BINH AN(Peace)" userId="1c9bc6a0-715e-4c71-a899-2061e6a9426e" providerId="ADAL" clId="{48F85BB2-DE0D-472A-A790-31917BF4FDBB}" dt="2025-12-03T09:24:16.851" v="842"/>
        <pc:sldMkLst>
          <pc:docMk/>
          <pc:sldMk cId="0" sldId="259"/>
        </pc:sldMkLst>
      </pc:sldChg>
      <pc:sldChg chg="del ord">
        <pc:chgData name="NGUYEN THI BINH AN(Peace)" userId="1c9bc6a0-715e-4c71-a899-2061e6a9426e" providerId="ADAL" clId="{48F85BB2-DE0D-472A-A790-31917BF4FDBB}" dt="2025-12-03T09:41:13.692" v="1105" actId="2696"/>
        <pc:sldMkLst>
          <pc:docMk/>
          <pc:sldMk cId="0" sldId="261"/>
        </pc:sldMkLst>
      </pc:sldChg>
      <pc:sldChg chg="add del setBg">
        <pc:chgData name="NGUYEN THI BINH AN(Peace)" userId="1c9bc6a0-715e-4c71-a899-2061e6a9426e" providerId="ADAL" clId="{48F85BB2-DE0D-472A-A790-31917BF4FDBB}" dt="2025-12-03T09:42:23.318" v="1121" actId="2696"/>
        <pc:sldMkLst>
          <pc:docMk/>
          <pc:sldMk cId="2843250775" sldId="261"/>
        </pc:sldMkLst>
      </pc:sldChg>
      <pc:sldChg chg="del ord">
        <pc:chgData name="NGUYEN THI BINH AN(Peace)" userId="1c9bc6a0-715e-4c71-a899-2061e6a9426e" providerId="ADAL" clId="{48F85BB2-DE0D-472A-A790-31917BF4FDBB}" dt="2025-12-03T09:41:13.692" v="1105" actId="2696"/>
        <pc:sldMkLst>
          <pc:docMk/>
          <pc:sldMk cId="0" sldId="262"/>
        </pc:sldMkLst>
      </pc:sldChg>
      <pc:sldChg chg="add del setBg">
        <pc:chgData name="NGUYEN THI BINH AN(Peace)" userId="1c9bc6a0-715e-4c71-a899-2061e6a9426e" providerId="ADAL" clId="{48F85BB2-DE0D-472A-A790-31917BF4FDBB}" dt="2025-12-03T09:42:23.318" v="1121" actId="2696"/>
        <pc:sldMkLst>
          <pc:docMk/>
          <pc:sldMk cId="172872605" sldId="262"/>
        </pc:sldMkLst>
      </pc:sldChg>
      <pc:sldChg chg="modSp mod ord">
        <pc:chgData name="NGUYEN THI BINH AN(Peace)" userId="1c9bc6a0-715e-4c71-a899-2061e6a9426e" providerId="ADAL" clId="{48F85BB2-DE0D-472A-A790-31917BF4FDBB}" dt="2025-12-05T02:35:34.198" v="3918" actId="1076"/>
        <pc:sldMkLst>
          <pc:docMk/>
          <pc:sldMk cId="1568431361" sldId="264"/>
        </pc:sldMkLst>
        <pc:spChg chg="mod">
          <ac:chgData name="NGUYEN THI BINH AN(Peace)" userId="1c9bc6a0-715e-4c71-a899-2061e6a9426e" providerId="ADAL" clId="{48F85BB2-DE0D-472A-A790-31917BF4FDBB}" dt="2025-12-05T02:35:06.092" v="3916" actId="20577"/>
          <ac:spMkLst>
            <pc:docMk/>
            <pc:sldMk cId="1568431361" sldId="264"/>
            <ac:spMk id="2" creationId="{00000000-0000-0000-0000-000000000000}"/>
          </ac:spMkLst>
        </pc:spChg>
        <pc:spChg chg="mod">
          <ac:chgData name="NGUYEN THI BINH AN(Peace)" userId="1c9bc6a0-715e-4c71-a899-2061e6a9426e" providerId="ADAL" clId="{48F85BB2-DE0D-472A-A790-31917BF4FDBB}" dt="2025-12-05T02:35:34.198" v="3918" actId="1076"/>
          <ac:spMkLst>
            <pc:docMk/>
            <pc:sldMk cId="1568431361" sldId="264"/>
            <ac:spMk id="3" creationId="{00000000-0000-0000-0000-000000000000}"/>
          </ac:spMkLst>
        </pc:spChg>
      </pc:sldChg>
      <pc:sldChg chg="ord">
        <pc:chgData name="NGUYEN THI BINH AN(Peace)" userId="1c9bc6a0-715e-4c71-a899-2061e6a9426e" providerId="ADAL" clId="{48F85BB2-DE0D-472A-A790-31917BF4FDBB}" dt="2025-12-03T09:22:22.693" v="763"/>
        <pc:sldMkLst>
          <pc:docMk/>
          <pc:sldMk cId="2347251624" sldId="265"/>
        </pc:sldMkLst>
      </pc:sldChg>
      <pc:sldChg chg="ord">
        <pc:chgData name="NGUYEN THI BINH AN(Peace)" userId="1c9bc6a0-715e-4c71-a899-2061e6a9426e" providerId="ADAL" clId="{48F85BB2-DE0D-472A-A790-31917BF4FDBB}" dt="2025-12-03T08:36:09.237" v="513"/>
        <pc:sldMkLst>
          <pc:docMk/>
          <pc:sldMk cId="1804258897" sldId="266"/>
        </pc:sldMkLst>
      </pc:sldChg>
      <pc:sldChg chg="ord">
        <pc:chgData name="NGUYEN THI BINH AN(Peace)" userId="1c9bc6a0-715e-4c71-a899-2061e6a9426e" providerId="ADAL" clId="{48F85BB2-DE0D-472A-A790-31917BF4FDBB}" dt="2025-12-03T10:23:24.047" v="1674"/>
        <pc:sldMkLst>
          <pc:docMk/>
          <pc:sldMk cId="3359484090" sldId="267"/>
        </pc:sldMkLst>
      </pc:sldChg>
      <pc:sldChg chg="del">
        <pc:chgData name="NGUYEN THI BINH AN(Peace)" userId="1c9bc6a0-715e-4c71-a899-2061e6a9426e" providerId="ADAL" clId="{48F85BB2-DE0D-472A-A790-31917BF4FDBB}" dt="2025-12-03T09:39:11.814" v="1099" actId="2696"/>
        <pc:sldMkLst>
          <pc:docMk/>
          <pc:sldMk cId="752549692" sldId="268"/>
        </pc:sldMkLst>
      </pc:sldChg>
      <pc:sldChg chg="del ord">
        <pc:chgData name="NGUYEN THI BINH AN(Peace)" userId="1c9bc6a0-715e-4c71-a899-2061e6a9426e" providerId="ADAL" clId="{48F85BB2-DE0D-472A-A790-31917BF4FDBB}" dt="2025-12-04T08:15:23.671" v="3682" actId="2696"/>
        <pc:sldMkLst>
          <pc:docMk/>
          <pc:sldMk cId="4002927453" sldId="270"/>
        </pc:sldMkLst>
      </pc:sldChg>
      <pc:sldChg chg="del ord">
        <pc:chgData name="NGUYEN THI BINH AN(Peace)" userId="1c9bc6a0-715e-4c71-a899-2061e6a9426e" providerId="ADAL" clId="{48F85BB2-DE0D-472A-A790-31917BF4FDBB}" dt="2025-12-03T09:44:03.627" v="1130" actId="2696"/>
        <pc:sldMkLst>
          <pc:docMk/>
          <pc:sldMk cId="464915439" sldId="271"/>
        </pc:sldMkLst>
      </pc:sldChg>
      <pc:sldChg chg="ord">
        <pc:chgData name="NGUYEN THI BINH AN(Peace)" userId="1c9bc6a0-715e-4c71-a899-2061e6a9426e" providerId="ADAL" clId="{48F85BB2-DE0D-472A-A790-31917BF4FDBB}" dt="2025-12-04T08:27:14.517" v="3703"/>
        <pc:sldMkLst>
          <pc:docMk/>
          <pc:sldMk cId="1888324500" sldId="272"/>
        </pc:sldMkLst>
      </pc:sldChg>
      <pc:sldChg chg="ord">
        <pc:chgData name="NGUYEN THI BINH AN(Peace)" userId="1c9bc6a0-715e-4c71-a899-2061e6a9426e" providerId="ADAL" clId="{48F85BB2-DE0D-472A-A790-31917BF4FDBB}" dt="2025-12-03T10:23:02.151" v="1672"/>
        <pc:sldMkLst>
          <pc:docMk/>
          <pc:sldMk cId="3258019760" sldId="273"/>
        </pc:sldMkLst>
      </pc:sldChg>
      <pc:sldChg chg="del">
        <pc:chgData name="NGUYEN THI BINH AN(Peace)" userId="1c9bc6a0-715e-4c71-a899-2061e6a9426e" providerId="ADAL" clId="{48F85BB2-DE0D-472A-A790-31917BF4FDBB}" dt="2025-12-03T09:44:22.537" v="1131" actId="2696"/>
        <pc:sldMkLst>
          <pc:docMk/>
          <pc:sldMk cId="3367240302" sldId="275"/>
        </pc:sldMkLst>
      </pc:sldChg>
      <pc:sldChg chg="ord">
        <pc:chgData name="NGUYEN THI BINH AN(Peace)" userId="1c9bc6a0-715e-4c71-a899-2061e6a9426e" providerId="ADAL" clId="{48F85BB2-DE0D-472A-A790-31917BF4FDBB}" dt="2025-12-03T09:43:13.225" v="1123"/>
        <pc:sldMkLst>
          <pc:docMk/>
          <pc:sldMk cId="1304033856" sldId="276"/>
        </pc:sldMkLst>
      </pc:sldChg>
      <pc:sldChg chg="del">
        <pc:chgData name="NGUYEN THI BINH AN(Peace)" userId="1c9bc6a0-715e-4c71-a899-2061e6a9426e" providerId="ADAL" clId="{48F85BB2-DE0D-472A-A790-31917BF4FDBB}" dt="2025-12-03T09:43:55.674" v="1129" actId="2696"/>
        <pc:sldMkLst>
          <pc:docMk/>
          <pc:sldMk cId="815555583" sldId="277"/>
        </pc:sldMkLst>
      </pc:sldChg>
      <pc:sldChg chg="ord">
        <pc:chgData name="NGUYEN THI BINH AN(Peace)" userId="1c9bc6a0-715e-4c71-a899-2061e6a9426e" providerId="ADAL" clId="{48F85BB2-DE0D-472A-A790-31917BF4FDBB}" dt="2025-12-03T09:43:32.093" v="1128"/>
        <pc:sldMkLst>
          <pc:docMk/>
          <pc:sldMk cId="3056107079" sldId="278"/>
        </pc:sldMkLst>
      </pc:sldChg>
      <pc:sldChg chg="ord">
        <pc:chgData name="NGUYEN THI BINH AN(Peace)" userId="1c9bc6a0-715e-4c71-a899-2061e6a9426e" providerId="ADAL" clId="{48F85BB2-DE0D-472A-A790-31917BF4FDBB}" dt="2025-12-03T10:23:02.151" v="1672"/>
        <pc:sldMkLst>
          <pc:docMk/>
          <pc:sldMk cId="216109537" sldId="280"/>
        </pc:sldMkLst>
      </pc:sldChg>
      <pc:sldChg chg="add del ord">
        <pc:chgData name="NGUYEN THI BINH AN(Peace)" userId="1c9bc6a0-715e-4c71-a899-2061e6a9426e" providerId="ADAL" clId="{48F85BB2-DE0D-472A-A790-31917BF4FDBB}" dt="2025-12-03T09:30:09.810" v="1023" actId="2696"/>
        <pc:sldMkLst>
          <pc:docMk/>
          <pc:sldMk cId="2370335773" sldId="281"/>
        </pc:sldMkLst>
      </pc:sldChg>
      <pc:sldChg chg="ord">
        <pc:chgData name="NGUYEN THI BINH AN(Peace)" userId="1c9bc6a0-715e-4c71-a899-2061e6a9426e" providerId="ADAL" clId="{48F85BB2-DE0D-472A-A790-31917BF4FDBB}" dt="2025-12-03T10:23:24.047" v="1674"/>
        <pc:sldMkLst>
          <pc:docMk/>
          <pc:sldMk cId="1764615647" sldId="282"/>
        </pc:sldMkLst>
      </pc:sldChg>
      <pc:sldChg chg="addSp delSp modSp mod setBg addAnim">
        <pc:chgData name="NGUYEN THI BINH AN(Peace)" userId="1c9bc6a0-715e-4c71-a899-2061e6a9426e" providerId="ADAL" clId="{48F85BB2-DE0D-472A-A790-31917BF4FDBB}" dt="2025-12-04T03:08:21.563" v="2698" actId="14100"/>
        <pc:sldMkLst>
          <pc:docMk/>
          <pc:sldMk cId="2540469281" sldId="283"/>
        </pc:sldMkLst>
        <pc:spChg chg="mod">
          <ac:chgData name="NGUYEN THI BINH AN(Peace)" userId="1c9bc6a0-715e-4c71-a899-2061e6a9426e" providerId="ADAL" clId="{48F85BB2-DE0D-472A-A790-31917BF4FDBB}" dt="2025-12-04T03:06:40.129" v="2664" actId="26606"/>
          <ac:spMkLst>
            <pc:docMk/>
            <pc:sldMk cId="2540469281" sldId="283"/>
            <ac:spMk id="2" creationId="{00000000-0000-0000-0000-000000000000}"/>
          </ac:spMkLst>
        </pc:spChg>
        <pc:spChg chg="mod">
          <ac:chgData name="NGUYEN THI BINH AN(Peace)" userId="1c9bc6a0-715e-4c71-a899-2061e6a9426e" providerId="ADAL" clId="{48F85BB2-DE0D-472A-A790-31917BF4FDBB}" dt="2025-12-04T03:07:18.791" v="2675" actId="255"/>
          <ac:spMkLst>
            <pc:docMk/>
            <pc:sldMk cId="2540469281" sldId="283"/>
            <ac:spMk id="3" creationId="{00000000-0000-0000-0000-000000000000}"/>
          </ac:spMkLst>
        </pc:spChg>
        <pc:spChg chg="add mod">
          <ac:chgData name="NGUYEN THI BINH AN(Peace)" userId="1c9bc6a0-715e-4c71-a899-2061e6a9426e" providerId="ADAL" clId="{48F85BB2-DE0D-472A-A790-31917BF4FDBB}" dt="2025-12-04T03:08:21.563" v="2698" actId="14100"/>
          <ac:spMkLst>
            <pc:docMk/>
            <pc:sldMk cId="2540469281" sldId="283"/>
            <ac:spMk id="8" creationId="{2860B5B7-03FD-A67B-4405-49AE46435A6F}"/>
          </ac:spMkLst>
        </pc:spChg>
        <pc:spChg chg="add del">
          <ac:chgData name="NGUYEN THI BINH AN(Peace)" userId="1c9bc6a0-715e-4c71-a899-2061e6a9426e" providerId="ADAL" clId="{48F85BB2-DE0D-472A-A790-31917BF4FDBB}" dt="2025-12-04T03:06:40.129" v="2664" actId="26606"/>
          <ac:spMkLst>
            <pc:docMk/>
            <pc:sldMk cId="2540469281" sldId="283"/>
            <ac:spMk id="12" creationId="{022BDE4A-8A20-4A69-9C5A-581C82036A4D}"/>
          </ac:spMkLst>
        </pc:spChg>
        <pc:spChg chg="add">
          <ac:chgData name="NGUYEN THI BINH AN(Peace)" userId="1c9bc6a0-715e-4c71-a899-2061e6a9426e" providerId="ADAL" clId="{48F85BB2-DE0D-472A-A790-31917BF4FDBB}" dt="2025-12-04T03:06:40.129" v="2664" actId="26606"/>
          <ac:spMkLst>
            <pc:docMk/>
            <pc:sldMk cId="2540469281" sldId="283"/>
            <ac:spMk id="17" creationId="{E2D3D3F2-ABBB-4453-B1C5-1BEBF7E4DD56}"/>
          </ac:spMkLst>
        </pc:spChg>
        <pc:spChg chg="add">
          <ac:chgData name="NGUYEN THI BINH AN(Peace)" userId="1c9bc6a0-715e-4c71-a899-2061e6a9426e" providerId="ADAL" clId="{48F85BB2-DE0D-472A-A790-31917BF4FDBB}" dt="2025-12-04T03:06:40.129" v="2664" actId="26606"/>
          <ac:spMkLst>
            <pc:docMk/>
            <pc:sldMk cId="2540469281" sldId="283"/>
            <ac:spMk id="19" creationId="{D7A453D2-15D8-4403-815F-291FA16340D9}"/>
          </ac:spMkLst>
        </pc:spChg>
        <pc:spChg chg="add">
          <ac:chgData name="NGUYEN THI BINH AN(Peace)" userId="1c9bc6a0-715e-4c71-a899-2061e6a9426e" providerId="ADAL" clId="{48F85BB2-DE0D-472A-A790-31917BF4FDBB}" dt="2025-12-04T03:06:40.129" v="2664" actId="26606"/>
          <ac:spMkLst>
            <pc:docMk/>
            <pc:sldMk cId="2540469281" sldId="283"/>
            <ac:spMk id="29" creationId="{8161EA6B-09CA-445B-AB0D-8DF76FA92DEF}"/>
          </ac:spMkLst>
        </pc:spChg>
        <pc:spChg chg="add">
          <ac:chgData name="NGUYEN THI BINH AN(Peace)" userId="1c9bc6a0-715e-4c71-a899-2061e6a9426e" providerId="ADAL" clId="{48F85BB2-DE0D-472A-A790-31917BF4FDBB}" dt="2025-12-04T03:06:40.129" v="2664" actId="26606"/>
          <ac:spMkLst>
            <pc:docMk/>
            <pc:sldMk cId="2540469281" sldId="283"/>
            <ac:spMk id="31" creationId="{B8114C98-A349-4111-A123-E8EAB86ABE30}"/>
          </ac:spMkLst>
        </pc:spChg>
        <pc:grpChg chg="add">
          <ac:chgData name="NGUYEN THI BINH AN(Peace)" userId="1c9bc6a0-715e-4c71-a899-2061e6a9426e" providerId="ADAL" clId="{48F85BB2-DE0D-472A-A790-31917BF4FDBB}" dt="2025-12-04T03:06:40.129" v="2664" actId="26606"/>
          <ac:grpSpMkLst>
            <pc:docMk/>
            <pc:sldMk cId="2540469281" sldId="283"/>
            <ac:grpSpMk id="33" creationId="{670FB431-AE18-414D-92F4-1D12D1991152}"/>
          </ac:grpSpMkLst>
        </pc:grpChg>
        <pc:picChg chg="add mod ord">
          <ac:chgData name="NGUYEN THI BINH AN(Peace)" userId="1c9bc6a0-715e-4c71-a899-2061e6a9426e" providerId="ADAL" clId="{48F85BB2-DE0D-472A-A790-31917BF4FDBB}" dt="2025-12-04T03:07:11.782" v="2674" actId="1076"/>
          <ac:picMkLst>
            <pc:docMk/>
            <pc:sldMk cId="2540469281" sldId="283"/>
            <ac:picMk id="5" creationId="{12FED4D1-597E-035A-2ADE-976BDD32837C}"/>
          </ac:picMkLst>
        </pc:picChg>
        <pc:picChg chg="add mod">
          <ac:chgData name="NGUYEN THI BINH AN(Peace)" userId="1c9bc6a0-715e-4c71-a899-2061e6a9426e" providerId="ADAL" clId="{48F85BB2-DE0D-472A-A790-31917BF4FDBB}" dt="2025-12-04T03:07:11.782" v="2674" actId="1076"/>
          <ac:picMkLst>
            <pc:docMk/>
            <pc:sldMk cId="2540469281" sldId="283"/>
            <ac:picMk id="7" creationId="{721DDFDB-4456-3398-4808-DBA5EFE170EE}"/>
          </ac:picMkLst>
        </pc:picChg>
      </pc:sldChg>
      <pc:sldChg chg="add del setBg">
        <pc:chgData name="NGUYEN THI BINH AN(Peace)" userId="1c9bc6a0-715e-4c71-a899-2061e6a9426e" providerId="ADAL" clId="{48F85BB2-DE0D-472A-A790-31917BF4FDBB}" dt="2025-12-03T09:31:02.236" v="1031" actId="2696"/>
        <pc:sldMkLst>
          <pc:docMk/>
          <pc:sldMk cId="215362165" sldId="284"/>
        </pc:sldMkLst>
      </pc:sldChg>
      <pc:sldChg chg="del">
        <pc:chgData name="NGUYEN THI BINH AN(Peace)" userId="1c9bc6a0-715e-4c71-a899-2061e6a9426e" providerId="ADAL" clId="{48F85BB2-DE0D-472A-A790-31917BF4FDBB}" dt="2025-12-03T09:29:42.850" v="1018" actId="2696"/>
        <pc:sldMkLst>
          <pc:docMk/>
          <pc:sldMk cId="508708398" sldId="284"/>
        </pc:sldMkLst>
      </pc:sldChg>
      <pc:sldChg chg="delSp add del mod setBg">
        <pc:chgData name="NGUYEN THI BINH AN(Peace)" userId="1c9bc6a0-715e-4c71-a899-2061e6a9426e" providerId="ADAL" clId="{48F85BB2-DE0D-472A-A790-31917BF4FDBB}" dt="2025-12-03T09:31:02.236" v="1031" actId="2696"/>
        <pc:sldMkLst>
          <pc:docMk/>
          <pc:sldMk cId="1650627221" sldId="285"/>
        </pc:sldMkLst>
      </pc:sldChg>
      <pc:sldChg chg="del">
        <pc:chgData name="NGUYEN THI BINH AN(Peace)" userId="1c9bc6a0-715e-4c71-a899-2061e6a9426e" providerId="ADAL" clId="{48F85BB2-DE0D-472A-A790-31917BF4FDBB}" dt="2025-12-03T09:29:42.850" v="1018" actId="2696"/>
        <pc:sldMkLst>
          <pc:docMk/>
          <pc:sldMk cId="2919478562" sldId="285"/>
        </pc:sldMkLst>
      </pc:sldChg>
      <pc:sldChg chg="ord">
        <pc:chgData name="NGUYEN THI BINH AN(Peace)" userId="1c9bc6a0-715e-4c71-a899-2061e6a9426e" providerId="ADAL" clId="{48F85BB2-DE0D-472A-A790-31917BF4FDBB}" dt="2025-12-03T10:23:02.151" v="1672"/>
        <pc:sldMkLst>
          <pc:docMk/>
          <pc:sldMk cId="2040149572" sldId="287"/>
        </pc:sldMkLst>
      </pc:sldChg>
      <pc:sldChg chg="del ord">
        <pc:chgData name="NGUYEN THI BINH AN(Peace)" userId="1c9bc6a0-715e-4c71-a899-2061e6a9426e" providerId="ADAL" clId="{48F85BB2-DE0D-472A-A790-31917BF4FDBB}" dt="2025-12-03T09:40:24.399" v="1104" actId="2696"/>
        <pc:sldMkLst>
          <pc:docMk/>
          <pc:sldMk cId="32582642" sldId="288"/>
        </pc:sldMkLst>
      </pc:sldChg>
      <pc:sldChg chg="ord">
        <pc:chgData name="NGUYEN THI BINH AN(Peace)" userId="1c9bc6a0-715e-4c71-a899-2061e6a9426e" providerId="ADAL" clId="{48F85BB2-DE0D-472A-A790-31917BF4FDBB}" dt="2025-12-03T10:23:02.151" v="1672"/>
        <pc:sldMkLst>
          <pc:docMk/>
          <pc:sldMk cId="664756737" sldId="289"/>
        </pc:sldMkLst>
      </pc:sldChg>
      <pc:sldChg chg="ord">
        <pc:chgData name="NGUYEN THI BINH AN(Peace)" userId="1c9bc6a0-715e-4c71-a899-2061e6a9426e" providerId="ADAL" clId="{48F85BB2-DE0D-472A-A790-31917BF4FDBB}" dt="2025-12-03T09:46:10.487" v="1171"/>
        <pc:sldMkLst>
          <pc:docMk/>
          <pc:sldMk cId="4060820264" sldId="290"/>
        </pc:sldMkLst>
      </pc:sldChg>
      <pc:sldChg chg="del">
        <pc:chgData name="NGUYEN THI BINH AN(Peace)" userId="1c9bc6a0-715e-4c71-a899-2061e6a9426e" providerId="ADAL" clId="{48F85BB2-DE0D-472A-A790-31917BF4FDBB}" dt="2025-12-03T09:43:26.782" v="1126" actId="2696"/>
        <pc:sldMkLst>
          <pc:docMk/>
          <pc:sldMk cId="694740425" sldId="292"/>
        </pc:sldMkLst>
      </pc:sldChg>
      <pc:sldChg chg="modSp mod">
        <pc:chgData name="NGUYEN THI BINH AN(Peace)" userId="1c9bc6a0-715e-4c71-a899-2061e6a9426e" providerId="ADAL" clId="{48F85BB2-DE0D-472A-A790-31917BF4FDBB}" dt="2025-12-04T04:21:57.404" v="3399" actId="20577"/>
        <pc:sldMkLst>
          <pc:docMk/>
          <pc:sldMk cId="2574612397" sldId="296"/>
        </pc:sldMkLst>
        <pc:spChg chg="mod">
          <ac:chgData name="NGUYEN THI BINH AN(Peace)" userId="1c9bc6a0-715e-4c71-a899-2061e6a9426e" providerId="ADAL" clId="{48F85BB2-DE0D-472A-A790-31917BF4FDBB}" dt="2025-12-04T04:20:41.892" v="3338" actId="20577"/>
          <ac:spMkLst>
            <pc:docMk/>
            <pc:sldMk cId="2574612397" sldId="296"/>
            <ac:spMk id="2" creationId="{1241455A-0979-4E3B-DD30-672B491250C8}"/>
          </ac:spMkLst>
        </pc:spChg>
        <pc:spChg chg="mod">
          <ac:chgData name="NGUYEN THI BINH AN(Peace)" userId="1c9bc6a0-715e-4c71-a899-2061e6a9426e" providerId="ADAL" clId="{48F85BB2-DE0D-472A-A790-31917BF4FDBB}" dt="2025-12-04T04:21:57.404" v="3399" actId="20577"/>
          <ac:spMkLst>
            <pc:docMk/>
            <pc:sldMk cId="2574612397" sldId="296"/>
            <ac:spMk id="3" creationId="{128E6746-5597-0025-9476-1D6AC0CD1994}"/>
          </ac:spMkLst>
        </pc:spChg>
      </pc:sldChg>
      <pc:sldChg chg="addSp delSp modSp add mod ord setBg">
        <pc:chgData name="NGUYEN THI BINH AN(Peace)" userId="1c9bc6a0-715e-4c71-a899-2061e6a9426e" providerId="ADAL" clId="{48F85BB2-DE0D-472A-A790-31917BF4FDBB}" dt="2025-12-03T09:33:19.197" v="1071" actId="20577"/>
        <pc:sldMkLst>
          <pc:docMk/>
          <pc:sldMk cId="2303963351" sldId="297"/>
        </pc:sldMkLst>
        <pc:spChg chg="mod">
          <ac:chgData name="NGUYEN THI BINH AN(Peace)" userId="1c9bc6a0-715e-4c71-a899-2061e6a9426e" providerId="ADAL" clId="{48F85BB2-DE0D-472A-A790-31917BF4FDBB}" dt="2025-12-03T09:33:19.197" v="1071" actId="20577"/>
          <ac:spMkLst>
            <pc:docMk/>
            <pc:sldMk cId="2303963351" sldId="297"/>
            <ac:spMk id="2" creationId="{7D1E4385-BD7B-438A-A9EB-4A873BCFD37E}"/>
          </ac:spMkLst>
        </pc:spChg>
        <pc:spChg chg="mod">
          <ac:chgData name="NGUYEN THI BINH AN(Peace)" userId="1c9bc6a0-715e-4c71-a899-2061e6a9426e" providerId="ADAL" clId="{48F85BB2-DE0D-472A-A790-31917BF4FDBB}" dt="2025-12-03T08:35:00.027" v="508" actId="26606"/>
          <ac:spMkLst>
            <pc:docMk/>
            <pc:sldMk cId="2303963351" sldId="297"/>
            <ac:spMk id="3" creationId="{74271A8F-8137-2206-5D1B-9895C096F4F8}"/>
          </ac:spMkLst>
        </pc:spChg>
        <pc:spChg chg="add">
          <ac:chgData name="NGUYEN THI BINH AN(Peace)" userId="1c9bc6a0-715e-4c71-a899-2061e6a9426e" providerId="ADAL" clId="{48F85BB2-DE0D-472A-A790-31917BF4FDBB}" dt="2025-12-03T08:32:55.160" v="491"/>
          <ac:spMkLst>
            <pc:docMk/>
            <pc:sldMk cId="2303963351" sldId="297"/>
            <ac:spMk id="4" creationId="{C9624D3B-7A6F-57CD-4077-FFDC9DF2F2D3}"/>
          </ac:spMkLst>
        </pc:spChg>
        <pc:spChg chg="add mod">
          <ac:chgData name="NGUYEN THI BINH AN(Peace)" userId="1c9bc6a0-715e-4c71-a899-2061e6a9426e" providerId="ADAL" clId="{48F85BB2-DE0D-472A-A790-31917BF4FDBB}" dt="2025-12-03T08:33:02.047" v="492"/>
          <ac:spMkLst>
            <pc:docMk/>
            <pc:sldMk cId="2303963351" sldId="297"/>
            <ac:spMk id="5" creationId="{D5125BF6-7FDF-C099-9260-0782ECC05C65}"/>
          </ac:spMkLst>
        </pc:spChg>
        <pc:spChg chg="add">
          <ac:chgData name="NGUYEN THI BINH AN(Peace)" userId="1c9bc6a0-715e-4c71-a899-2061e6a9426e" providerId="ADAL" clId="{48F85BB2-DE0D-472A-A790-31917BF4FDBB}" dt="2025-12-03T08:35:00.027" v="508" actId="26606"/>
          <ac:spMkLst>
            <pc:docMk/>
            <pc:sldMk cId="2303963351" sldId="297"/>
            <ac:spMk id="17" creationId="{D7A453D2-15D8-4403-815F-291FA16340D9}"/>
          </ac:spMkLst>
        </pc:spChg>
        <pc:spChg chg="add">
          <ac:chgData name="NGUYEN THI BINH AN(Peace)" userId="1c9bc6a0-715e-4c71-a899-2061e6a9426e" providerId="ADAL" clId="{48F85BB2-DE0D-472A-A790-31917BF4FDBB}" dt="2025-12-03T08:35:00.027" v="508" actId="26606"/>
          <ac:spMkLst>
            <pc:docMk/>
            <pc:sldMk cId="2303963351" sldId="297"/>
            <ac:spMk id="19" creationId="{8161EA6B-09CA-445B-AB0D-8DF76FA92DEF}"/>
          </ac:spMkLst>
        </pc:spChg>
        <pc:spChg chg="add">
          <ac:chgData name="NGUYEN THI BINH AN(Peace)" userId="1c9bc6a0-715e-4c71-a899-2061e6a9426e" providerId="ADAL" clId="{48F85BB2-DE0D-472A-A790-31917BF4FDBB}" dt="2025-12-03T08:35:00.027" v="508" actId="26606"/>
          <ac:spMkLst>
            <pc:docMk/>
            <pc:sldMk cId="2303963351" sldId="297"/>
            <ac:spMk id="29" creationId="{B8114C98-A349-4111-A123-E8EAB86ABE30}"/>
          </ac:spMkLst>
        </pc:spChg>
        <pc:spChg chg="add">
          <ac:chgData name="NGUYEN THI BINH AN(Peace)" userId="1c9bc6a0-715e-4c71-a899-2061e6a9426e" providerId="ADAL" clId="{48F85BB2-DE0D-472A-A790-31917BF4FDBB}" dt="2025-12-03T08:35:00.027" v="508" actId="26606"/>
          <ac:spMkLst>
            <pc:docMk/>
            <pc:sldMk cId="2303963351" sldId="297"/>
            <ac:spMk id="37" creationId="{E2D3D3F2-ABBB-4453-B1C5-1BEBF7E4DD56}"/>
          </ac:spMkLst>
        </pc:spChg>
        <pc:spChg chg="add">
          <ac:chgData name="NGUYEN THI BINH AN(Peace)" userId="1c9bc6a0-715e-4c71-a899-2061e6a9426e" providerId="ADAL" clId="{48F85BB2-DE0D-472A-A790-31917BF4FDBB}" dt="2025-12-03T08:35:00.027" v="508" actId="26606"/>
          <ac:spMkLst>
            <pc:docMk/>
            <pc:sldMk cId="2303963351" sldId="297"/>
            <ac:spMk id="51" creationId="{773AEA78-C03B-40B7-9D11-DC022119D577}"/>
          </ac:spMkLst>
        </pc:spChg>
        <pc:grpChg chg="add">
          <ac:chgData name="NGUYEN THI BINH AN(Peace)" userId="1c9bc6a0-715e-4c71-a899-2061e6a9426e" providerId="ADAL" clId="{48F85BB2-DE0D-472A-A790-31917BF4FDBB}" dt="2025-12-03T08:35:00.027" v="508" actId="26606"/>
          <ac:grpSpMkLst>
            <pc:docMk/>
            <pc:sldMk cId="2303963351" sldId="297"/>
            <ac:grpSpMk id="31" creationId="{670FB431-AE18-414D-92F4-1D12D1991152}"/>
          </ac:grpSpMkLst>
        </pc:grpChg>
        <pc:grpChg chg="add">
          <ac:chgData name="NGUYEN THI BINH AN(Peace)" userId="1c9bc6a0-715e-4c71-a899-2061e6a9426e" providerId="ADAL" clId="{48F85BB2-DE0D-472A-A790-31917BF4FDBB}" dt="2025-12-03T08:35:00.027" v="508" actId="26606"/>
          <ac:grpSpMkLst>
            <pc:docMk/>
            <pc:sldMk cId="2303963351" sldId="297"/>
            <ac:grpSpMk id="39" creationId="{8214E4A5-A0D2-42C4-8D14-D2A7E495F041}"/>
          </ac:grpSpMkLst>
        </pc:grpChg>
        <pc:picChg chg="add mod ord">
          <ac:chgData name="NGUYEN THI BINH AN(Peace)" userId="1c9bc6a0-715e-4c71-a899-2061e6a9426e" providerId="ADAL" clId="{48F85BB2-DE0D-472A-A790-31917BF4FDBB}" dt="2025-12-03T08:35:00.027" v="508" actId="26606"/>
          <ac:picMkLst>
            <pc:docMk/>
            <pc:sldMk cId="2303963351" sldId="297"/>
            <ac:picMk id="12" creationId="{EF8CA1FF-FDDB-400D-5512-BA9A0AD17A4F}"/>
          </ac:picMkLst>
        </pc:picChg>
      </pc:sldChg>
      <pc:sldChg chg="addSp delSp modSp add mod ord setBg">
        <pc:chgData name="NGUYEN THI BINH AN(Peace)" userId="1c9bc6a0-715e-4c71-a899-2061e6a9426e" providerId="ADAL" clId="{48F85BB2-DE0D-472A-A790-31917BF4FDBB}" dt="2025-12-03T09:21:26.576" v="758" actId="27636"/>
        <pc:sldMkLst>
          <pc:docMk/>
          <pc:sldMk cId="267506110" sldId="298"/>
        </pc:sldMkLst>
        <pc:spChg chg="mod">
          <ac:chgData name="NGUYEN THI BINH AN(Peace)" userId="1c9bc6a0-715e-4c71-a899-2061e6a9426e" providerId="ADAL" clId="{48F85BB2-DE0D-472A-A790-31917BF4FDBB}" dt="2025-12-03T09:20:24.734" v="751" actId="1076"/>
          <ac:spMkLst>
            <pc:docMk/>
            <pc:sldMk cId="267506110" sldId="298"/>
            <ac:spMk id="2" creationId="{1D859D4B-FACA-DD5B-536F-3ADE14FB02D3}"/>
          </ac:spMkLst>
        </pc:spChg>
        <pc:spChg chg="mod ord">
          <ac:chgData name="NGUYEN THI BINH AN(Peace)" userId="1c9bc6a0-715e-4c71-a899-2061e6a9426e" providerId="ADAL" clId="{48F85BB2-DE0D-472A-A790-31917BF4FDBB}" dt="2025-12-03T09:21:26.576" v="758" actId="27636"/>
          <ac:spMkLst>
            <pc:docMk/>
            <pc:sldMk cId="267506110" sldId="298"/>
            <ac:spMk id="3" creationId="{C861A190-360C-3EC5-2371-86AD053D4CE5}"/>
          </ac:spMkLst>
        </pc:spChg>
        <pc:spChg chg="add">
          <ac:chgData name="NGUYEN THI BINH AN(Peace)" userId="1c9bc6a0-715e-4c71-a899-2061e6a9426e" providerId="ADAL" clId="{48F85BB2-DE0D-472A-A790-31917BF4FDBB}" dt="2025-12-03T09:19:47.938" v="743" actId="26606"/>
          <ac:spMkLst>
            <pc:docMk/>
            <pc:sldMk cId="267506110" sldId="298"/>
            <ac:spMk id="17" creationId="{B95B9BA8-1D69-4796-85F5-B6D0BD52354B}"/>
          </ac:spMkLst>
        </pc:spChg>
        <pc:picChg chg="add mod">
          <ac:chgData name="NGUYEN THI BINH AN(Peace)" userId="1c9bc6a0-715e-4c71-a899-2061e6a9426e" providerId="ADAL" clId="{48F85BB2-DE0D-472A-A790-31917BF4FDBB}" dt="2025-12-03T09:21:22.077" v="756" actId="1076"/>
          <ac:picMkLst>
            <pc:docMk/>
            <pc:sldMk cId="267506110" sldId="298"/>
            <ac:picMk id="10" creationId="{7CDF688C-DF88-0261-3438-F56202DDF7E8}"/>
          </ac:picMkLst>
        </pc:picChg>
      </pc:sldChg>
      <pc:sldChg chg="addSp delSp modSp add del mod">
        <pc:chgData name="NGUYEN THI BINH AN(Peace)" userId="1c9bc6a0-715e-4c71-a899-2061e6a9426e" providerId="ADAL" clId="{48F85BB2-DE0D-472A-A790-31917BF4FDBB}" dt="2025-12-03T09:21:48.031" v="759" actId="2696"/>
        <pc:sldMkLst>
          <pc:docMk/>
          <pc:sldMk cId="896339056" sldId="299"/>
        </pc:sldMkLst>
      </pc:sldChg>
      <pc:sldChg chg="modSp add mod ord">
        <pc:chgData name="NGUYEN THI BINH AN(Peace)" userId="1c9bc6a0-715e-4c71-a899-2061e6a9426e" providerId="ADAL" clId="{48F85BB2-DE0D-472A-A790-31917BF4FDBB}" dt="2025-12-04T08:01:38.766" v="3675"/>
        <pc:sldMkLst>
          <pc:docMk/>
          <pc:sldMk cId="4236690388" sldId="299"/>
        </pc:sldMkLst>
        <pc:spChg chg="mod">
          <ac:chgData name="NGUYEN THI BINH AN(Peace)" userId="1c9bc6a0-715e-4c71-a899-2061e6a9426e" providerId="ADAL" clId="{48F85BB2-DE0D-472A-A790-31917BF4FDBB}" dt="2025-12-03T09:28:07.426" v="1005" actId="20577"/>
          <ac:spMkLst>
            <pc:docMk/>
            <pc:sldMk cId="4236690388" sldId="299"/>
            <ac:spMk id="2" creationId="{7135818A-C3C5-B9A1-1BA4-C77C87932CCF}"/>
          </ac:spMkLst>
        </pc:spChg>
        <pc:spChg chg="mod">
          <ac:chgData name="NGUYEN THI BINH AN(Peace)" userId="1c9bc6a0-715e-4c71-a899-2061e6a9426e" providerId="ADAL" clId="{48F85BB2-DE0D-472A-A790-31917BF4FDBB}" dt="2025-12-03T09:31:36.411" v="1061" actId="20577"/>
          <ac:spMkLst>
            <pc:docMk/>
            <pc:sldMk cId="4236690388" sldId="299"/>
            <ac:spMk id="3" creationId="{462B2AFB-10CE-78A6-5550-8FAC255D42A1}"/>
          </ac:spMkLst>
        </pc:spChg>
      </pc:sldChg>
      <pc:sldChg chg="addSp delSp modSp add mod">
        <pc:chgData name="NGUYEN THI BINH AN(Peace)" userId="1c9bc6a0-715e-4c71-a899-2061e6a9426e" providerId="ADAL" clId="{48F85BB2-DE0D-472A-A790-31917BF4FDBB}" dt="2025-12-03T09:30:22.269" v="1027"/>
        <pc:sldMkLst>
          <pc:docMk/>
          <pc:sldMk cId="3749380625" sldId="300"/>
        </pc:sldMkLst>
        <pc:picChg chg="add mod">
          <ac:chgData name="NGUYEN THI BINH AN(Peace)" userId="1c9bc6a0-715e-4c71-a899-2061e6a9426e" providerId="ADAL" clId="{48F85BB2-DE0D-472A-A790-31917BF4FDBB}" dt="2025-12-03T09:30:22.269" v="1027"/>
          <ac:picMkLst>
            <pc:docMk/>
            <pc:sldMk cId="3749380625" sldId="300"/>
            <ac:picMk id="3" creationId="{00000000-0000-0000-0000-000000000000}"/>
          </ac:picMkLst>
        </pc:picChg>
      </pc:sldChg>
      <pc:sldChg chg="addSp delSp modSp add mod ord setBg">
        <pc:chgData name="NGUYEN THI BINH AN(Peace)" userId="1c9bc6a0-715e-4c71-a899-2061e6a9426e" providerId="ADAL" clId="{48F85BB2-DE0D-472A-A790-31917BF4FDBB}" dt="2025-12-04T08:22:38.169" v="3690" actId="26606"/>
        <pc:sldMkLst>
          <pc:docMk/>
          <pc:sldMk cId="3782442918" sldId="301"/>
        </pc:sldMkLst>
        <pc:grpChg chg="add del">
          <ac:chgData name="NGUYEN THI BINH AN(Peace)" userId="1c9bc6a0-715e-4c71-a899-2061e6a9426e" providerId="ADAL" clId="{48F85BB2-DE0D-472A-A790-31917BF4FDBB}" dt="2025-12-04T08:22:34.073" v="3687" actId="26606"/>
          <ac:grpSpMkLst>
            <pc:docMk/>
            <pc:sldMk cId="3782442918" sldId="301"/>
            <ac:grpSpMk id="9" creationId="{723C66ED-DBBF-12CA-7F5E-813E0E7D036A}"/>
          </ac:grpSpMkLst>
        </pc:grpChg>
        <pc:grpChg chg="add del">
          <ac:chgData name="NGUYEN THI BINH AN(Peace)" userId="1c9bc6a0-715e-4c71-a899-2061e6a9426e" providerId="ADAL" clId="{48F85BB2-DE0D-472A-A790-31917BF4FDBB}" dt="2025-12-04T08:22:38.169" v="3690" actId="26606"/>
          <ac:grpSpMkLst>
            <pc:docMk/>
            <pc:sldMk cId="3782442918" sldId="301"/>
            <ac:grpSpMk id="15" creationId="{26176824-7946-6969-3841-DD5C101DF42D}"/>
          </ac:grpSpMkLst>
        </pc:grpChg>
        <pc:picChg chg="add del mod">
          <ac:chgData name="NGUYEN THI BINH AN(Peace)" userId="1c9bc6a0-715e-4c71-a899-2061e6a9426e" providerId="ADAL" clId="{48F85BB2-DE0D-472A-A790-31917BF4FDBB}" dt="2025-12-04T08:22:18.435" v="3684" actId="478"/>
          <ac:picMkLst>
            <pc:docMk/>
            <pc:sldMk cId="3782442918" sldId="301"/>
            <ac:picMk id="2" creationId="{FB116634-6018-2A85-6B83-99B4C5B61D0D}"/>
          </ac:picMkLst>
        </pc:picChg>
        <pc:picChg chg="add mod">
          <ac:chgData name="NGUYEN THI BINH AN(Peace)" userId="1c9bc6a0-715e-4c71-a899-2061e6a9426e" providerId="ADAL" clId="{48F85BB2-DE0D-472A-A790-31917BF4FDBB}" dt="2025-12-04T08:22:38.169" v="3690" actId="26606"/>
          <ac:picMkLst>
            <pc:docMk/>
            <pc:sldMk cId="3782442918" sldId="301"/>
            <ac:picMk id="4" creationId="{9F866101-8712-1DD0-39C0-9E9F2F55D7E7}"/>
          </ac:picMkLst>
        </pc:picChg>
      </pc:sldChg>
      <pc:sldChg chg="addSp delSp modSp add del mod setBg">
        <pc:chgData name="NGUYEN THI BINH AN(Peace)" userId="1c9bc6a0-715e-4c71-a899-2061e6a9426e" providerId="ADAL" clId="{48F85BB2-DE0D-472A-A790-31917BF4FDBB}" dt="2025-12-04T03:15:52.953" v="3071" actId="2696"/>
        <pc:sldMkLst>
          <pc:docMk/>
          <pc:sldMk cId="800515795" sldId="302"/>
        </pc:sldMkLst>
        <pc:spChg chg="mod">
          <ac:chgData name="NGUYEN THI BINH AN(Peace)" userId="1c9bc6a0-715e-4c71-a899-2061e6a9426e" providerId="ADAL" clId="{48F85BB2-DE0D-472A-A790-31917BF4FDBB}" dt="2025-12-04T03:12:23.659" v="3051" actId="26606"/>
          <ac:spMkLst>
            <pc:docMk/>
            <pc:sldMk cId="800515795" sldId="302"/>
            <ac:spMk id="2" creationId="{E655348D-BB41-C96A-FA30-314982B63276}"/>
          </ac:spMkLst>
        </pc:spChg>
        <pc:spChg chg="del mod">
          <ac:chgData name="NGUYEN THI BINH AN(Peace)" userId="1c9bc6a0-715e-4c71-a899-2061e6a9426e" providerId="ADAL" clId="{48F85BB2-DE0D-472A-A790-31917BF4FDBB}" dt="2025-12-04T03:12:23.659" v="3051" actId="26606"/>
          <ac:spMkLst>
            <pc:docMk/>
            <pc:sldMk cId="800515795" sldId="302"/>
            <ac:spMk id="3" creationId="{03DFE403-1A66-5915-B91B-6EF328A92B7E}"/>
          </ac:spMkLst>
        </pc:spChg>
        <pc:spChg chg="add">
          <ac:chgData name="NGUYEN THI BINH AN(Peace)" userId="1c9bc6a0-715e-4c71-a899-2061e6a9426e" providerId="ADAL" clId="{48F85BB2-DE0D-472A-A790-31917BF4FDBB}" dt="2025-12-04T03:12:23.659" v="3051" actId="26606"/>
          <ac:spMkLst>
            <pc:docMk/>
            <pc:sldMk cId="800515795" sldId="302"/>
            <ac:spMk id="9" creationId="{E5F17139-31EE-46AC-B04F-DBBD852DD6CB}"/>
          </ac:spMkLst>
        </pc:spChg>
        <pc:spChg chg="add">
          <ac:chgData name="NGUYEN THI BINH AN(Peace)" userId="1c9bc6a0-715e-4c71-a899-2061e6a9426e" providerId="ADAL" clId="{48F85BB2-DE0D-472A-A790-31917BF4FDBB}" dt="2025-12-04T03:12:23.659" v="3051" actId="26606"/>
          <ac:spMkLst>
            <pc:docMk/>
            <pc:sldMk cId="800515795" sldId="302"/>
            <ac:spMk id="11" creationId="{AAD42DD4-86F6-4FD2-869F-32D35E310CF6}"/>
          </ac:spMkLst>
        </pc:spChg>
        <pc:spChg chg="add">
          <ac:chgData name="NGUYEN THI BINH AN(Peace)" userId="1c9bc6a0-715e-4c71-a899-2061e6a9426e" providerId="ADAL" clId="{48F85BB2-DE0D-472A-A790-31917BF4FDBB}" dt="2025-12-04T03:12:23.659" v="3051" actId="26606"/>
          <ac:spMkLst>
            <pc:docMk/>
            <pc:sldMk cId="800515795" sldId="302"/>
            <ac:spMk id="13" creationId="{4C36B8C5-0DEB-41B5-911D-572E2E835E3C}"/>
          </ac:spMkLst>
        </pc:spChg>
        <pc:spChg chg="add">
          <ac:chgData name="NGUYEN THI BINH AN(Peace)" userId="1c9bc6a0-715e-4c71-a899-2061e6a9426e" providerId="ADAL" clId="{48F85BB2-DE0D-472A-A790-31917BF4FDBB}" dt="2025-12-04T03:12:23.659" v="3051" actId="26606"/>
          <ac:spMkLst>
            <pc:docMk/>
            <pc:sldMk cId="800515795" sldId="302"/>
            <ac:spMk id="15" creationId="{B5DC987A-A8C7-4C23-9BF5-33E9F6F21DCB}"/>
          </ac:spMkLst>
        </pc:spChg>
        <pc:spChg chg="add">
          <ac:chgData name="NGUYEN THI BINH AN(Peace)" userId="1c9bc6a0-715e-4c71-a899-2061e6a9426e" providerId="ADAL" clId="{48F85BB2-DE0D-472A-A790-31917BF4FDBB}" dt="2025-12-04T03:12:23.659" v="3051" actId="26606"/>
          <ac:spMkLst>
            <pc:docMk/>
            <pc:sldMk cId="800515795" sldId="302"/>
            <ac:spMk id="17" creationId="{F213F2CF-C6DF-4CE1-A6F0-E3B1BFBB0B23}"/>
          </ac:spMkLst>
        </pc:spChg>
        <pc:spChg chg="add">
          <ac:chgData name="NGUYEN THI BINH AN(Peace)" userId="1c9bc6a0-715e-4c71-a899-2061e6a9426e" providerId="ADAL" clId="{48F85BB2-DE0D-472A-A790-31917BF4FDBB}" dt="2025-12-04T03:12:23.659" v="3051" actId="26606"/>
          <ac:spMkLst>
            <pc:docMk/>
            <pc:sldMk cId="800515795" sldId="302"/>
            <ac:spMk id="19" creationId="{84325C15-4820-4911-B66E-A5F917CFAE58}"/>
          </ac:spMkLst>
        </pc:spChg>
        <pc:graphicFrameChg chg="add mod">
          <ac:chgData name="NGUYEN THI BINH AN(Peace)" userId="1c9bc6a0-715e-4c71-a899-2061e6a9426e" providerId="ADAL" clId="{48F85BB2-DE0D-472A-A790-31917BF4FDBB}" dt="2025-12-04T03:15:05.216" v="3069" actId="255"/>
          <ac:graphicFrameMkLst>
            <pc:docMk/>
            <pc:sldMk cId="800515795" sldId="302"/>
            <ac:graphicFrameMk id="5" creationId="{2B8F3FBC-5FCB-5C6A-AC5F-185B461BA0F4}"/>
          </ac:graphicFrameMkLst>
        </pc:graphicFrameChg>
      </pc:sldChg>
      <pc:sldChg chg="addSp delSp modSp add mod ord">
        <pc:chgData name="NGUYEN THI BINH AN(Peace)" userId="1c9bc6a0-715e-4c71-a899-2061e6a9426e" providerId="ADAL" clId="{48F85BB2-DE0D-472A-A790-31917BF4FDBB}" dt="2025-12-03T09:43:16.614" v="1125"/>
        <pc:sldMkLst>
          <pc:docMk/>
          <pc:sldMk cId="706232153" sldId="303"/>
        </pc:sldMkLst>
        <pc:spChg chg="add mod">
          <ac:chgData name="NGUYEN THI BINH AN(Peace)" userId="1c9bc6a0-715e-4c71-a899-2061e6a9426e" providerId="ADAL" clId="{48F85BB2-DE0D-472A-A790-31917BF4FDBB}" dt="2025-12-03T09:41:36.006" v="1110"/>
          <ac:spMkLst>
            <pc:docMk/>
            <pc:sldMk cId="706232153" sldId="303"/>
            <ac:spMk id="2" creationId="{874BB91E-193C-0015-3C0C-2DDE9C7EC774}"/>
          </ac:spMkLst>
        </pc:spChg>
        <pc:spChg chg="add mod">
          <ac:chgData name="NGUYEN THI BINH AN(Peace)" userId="1c9bc6a0-715e-4c71-a899-2061e6a9426e" providerId="ADAL" clId="{48F85BB2-DE0D-472A-A790-31917BF4FDBB}" dt="2025-12-03T09:41:42.071" v="1111" actId="120"/>
          <ac:spMkLst>
            <pc:docMk/>
            <pc:sldMk cId="706232153" sldId="303"/>
            <ac:spMk id="4" creationId="{78855C0C-741B-800D-D1C9-B8424F571709}"/>
          </ac:spMkLst>
        </pc:spChg>
      </pc:sldChg>
      <pc:sldChg chg="addSp delSp modSp add mod ord">
        <pc:chgData name="NGUYEN THI BINH AN(Peace)" userId="1c9bc6a0-715e-4c71-a899-2061e6a9426e" providerId="ADAL" clId="{48F85BB2-DE0D-472A-A790-31917BF4FDBB}" dt="2025-12-03T09:47:58.736" v="1255"/>
        <pc:sldMkLst>
          <pc:docMk/>
          <pc:sldMk cId="4107488237" sldId="304"/>
        </pc:sldMkLst>
        <pc:spChg chg="add mod">
          <ac:chgData name="NGUYEN THI BINH AN(Peace)" userId="1c9bc6a0-715e-4c71-a899-2061e6a9426e" providerId="ADAL" clId="{48F85BB2-DE0D-472A-A790-31917BF4FDBB}" dt="2025-12-03T09:42:11.220" v="1118" actId="1076"/>
          <ac:spMkLst>
            <pc:docMk/>
            <pc:sldMk cId="4107488237" sldId="304"/>
            <ac:spMk id="3" creationId="{21C0ED35-322B-68F4-9524-4EBF0CBA2F1B}"/>
          </ac:spMkLst>
        </pc:spChg>
        <pc:spChg chg="add mod">
          <ac:chgData name="NGUYEN THI BINH AN(Peace)" userId="1c9bc6a0-715e-4c71-a899-2061e6a9426e" providerId="ADAL" clId="{48F85BB2-DE0D-472A-A790-31917BF4FDBB}" dt="2025-12-03T09:42:17.044" v="1120" actId="120"/>
          <ac:spMkLst>
            <pc:docMk/>
            <pc:sldMk cId="4107488237" sldId="304"/>
            <ac:spMk id="5" creationId="{BB85568C-DBAB-A562-3F8A-4581C465FD17}"/>
          </ac:spMkLst>
        </pc:spChg>
      </pc:sldChg>
      <pc:sldChg chg="modSp add mod ord">
        <pc:chgData name="NGUYEN THI BINH AN(Peace)" userId="1c9bc6a0-715e-4c71-a899-2061e6a9426e" providerId="ADAL" clId="{48F85BB2-DE0D-472A-A790-31917BF4FDBB}" dt="2025-12-03T09:47:07.153" v="1250" actId="20577"/>
        <pc:sldMkLst>
          <pc:docMk/>
          <pc:sldMk cId="1719246575" sldId="305"/>
        </pc:sldMkLst>
        <pc:spChg chg="mod">
          <ac:chgData name="NGUYEN THI BINH AN(Peace)" userId="1c9bc6a0-715e-4c71-a899-2061e6a9426e" providerId="ADAL" clId="{48F85BB2-DE0D-472A-A790-31917BF4FDBB}" dt="2025-12-03T09:46:24.377" v="1193" actId="20577"/>
          <ac:spMkLst>
            <pc:docMk/>
            <pc:sldMk cId="1719246575" sldId="305"/>
            <ac:spMk id="2" creationId="{1BD85380-240F-28CD-ED48-2D768B23F7E8}"/>
          </ac:spMkLst>
        </pc:spChg>
        <pc:spChg chg="mod">
          <ac:chgData name="NGUYEN THI BINH AN(Peace)" userId="1c9bc6a0-715e-4c71-a899-2061e6a9426e" providerId="ADAL" clId="{48F85BB2-DE0D-472A-A790-31917BF4FDBB}" dt="2025-12-03T09:47:07.153" v="1250" actId="20577"/>
          <ac:spMkLst>
            <pc:docMk/>
            <pc:sldMk cId="1719246575" sldId="305"/>
            <ac:spMk id="3" creationId="{3306C8EB-FD3D-F892-E5A2-580FAFE61B73}"/>
          </ac:spMkLst>
        </pc:spChg>
      </pc:sldChg>
      <pc:sldChg chg="add del setBg">
        <pc:chgData name="NGUYEN THI BINH AN(Peace)" userId="1c9bc6a0-715e-4c71-a899-2061e6a9426e" providerId="ADAL" clId="{48F85BB2-DE0D-472A-A790-31917BF4FDBB}" dt="2025-12-03T09:44:36.790" v="1133"/>
        <pc:sldMkLst>
          <pc:docMk/>
          <pc:sldMk cId="3285528865" sldId="305"/>
        </pc:sldMkLst>
      </pc:sldChg>
      <pc:sldChg chg="modSp add mod">
        <pc:chgData name="NGUYEN THI BINH AN(Peace)" userId="1c9bc6a0-715e-4c71-a899-2061e6a9426e" providerId="ADAL" clId="{48F85BB2-DE0D-472A-A790-31917BF4FDBB}" dt="2025-12-03T09:47:15.086" v="1253" actId="20577"/>
        <pc:sldMkLst>
          <pc:docMk/>
          <pc:sldMk cId="2189076720" sldId="306"/>
        </pc:sldMkLst>
        <pc:spChg chg="mod">
          <ac:chgData name="NGUYEN THI BINH AN(Peace)" userId="1c9bc6a0-715e-4c71-a899-2061e6a9426e" providerId="ADAL" clId="{48F85BB2-DE0D-472A-A790-31917BF4FDBB}" dt="2025-12-03T09:47:15.086" v="1253" actId="20577"/>
          <ac:spMkLst>
            <pc:docMk/>
            <pc:sldMk cId="2189076720" sldId="306"/>
            <ac:spMk id="2" creationId="{ED9C6B8F-700E-1540-890F-3F66D0623E40}"/>
          </ac:spMkLst>
        </pc:spChg>
      </pc:sldChg>
      <pc:sldChg chg="modSp add mod ord">
        <pc:chgData name="NGUYEN THI BINH AN(Peace)" userId="1c9bc6a0-715e-4c71-a899-2061e6a9426e" providerId="ADAL" clId="{48F85BB2-DE0D-472A-A790-31917BF4FDBB}" dt="2025-12-03T09:49:31.455" v="1325" actId="20577"/>
        <pc:sldMkLst>
          <pc:docMk/>
          <pc:sldMk cId="2613202102" sldId="307"/>
        </pc:sldMkLst>
        <pc:spChg chg="mod">
          <ac:chgData name="NGUYEN THI BINH AN(Peace)" userId="1c9bc6a0-715e-4c71-a899-2061e6a9426e" providerId="ADAL" clId="{48F85BB2-DE0D-472A-A790-31917BF4FDBB}" dt="2025-12-03T09:48:24.664" v="1264" actId="207"/>
          <ac:spMkLst>
            <pc:docMk/>
            <pc:sldMk cId="2613202102" sldId="307"/>
            <ac:spMk id="2" creationId="{7E831933-FFAD-463E-6CCB-007E300C0A6D}"/>
          </ac:spMkLst>
        </pc:spChg>
        <pc:spChg chg="mod">
          <ac:chgData name="NGUYEN THI BINH AN(Peace)" userId="1c9bc6a0-715e-4c71-a899-2061e6a9426e" providerId="ADAL" clId="{48F85BB2-DE0D-472A-A790-31917BF4FDBB}" dt="2025-12-03T09:49:31.455" v="1325" actId="20577"/>
          <ac:spMkLst>
            <pc:docMk/>
            <pc:sldMk cId="2613202102" sldId="307"/>
            <ac:spMk id="3" creationId="{6465EC71-BBDF-1159-1988-2AE4791064E9}"/>
          </ac:spMkLst>
        </pc:spChg>
      </pc:sldChg>
      <pc:sldChg chg="modSp add mod ord">
        <pc:chgData name="NGUYEN THI BINH AN(Peace)" userId="1c9bc6a0-715e-4c71-a899-2061e6a9426e" providerId="ADAL" clId="{48F85BB2-DE0D-472A-A790-31917BF4FDBB}" dt="2025-12-03T09:51:42.499" v="1414"/>
        <pc:sldMkLst>
          <pc:docMk/>
          <pc:sldMk cId="2224502003" sldId="308"/>
        </pc:sldMkLst>
        <pc:spChg chg="mod">
          <ac:chgData name="NGUYEN THI BINH AN(Peace)" userId="1c9bc6a0-715e-4c71-a899-2061e6a9426e" providerId="ADAL" clId="{48F85BB2-DE0D-472A-A790-31917BF4FDBB}" dt="2025-12-03T09:49:20.759" v="1322" actId="20577"/>
          <ac:spMkLst>
            <pc:docMk/>
            <pc:sldMk cId="2224502003" sldId="308"/>
            <ac:spMk id="2" creationId="{38BEC194-0862-FC66-650A-859338518D3B}"/>
          </ac:spMkLst>
        </pc:spChg>
        <pc:spChg chg="mod">
          <ac:chgData name="NGUYEN THI BINH AN(Peace)" userId="1c9bc6a0-715e-4c71-a899-2061e6a9426e" providerId="ADAL" clId="{48F85BB2-DE0D-472A-A790-31917BF4FDBB}" dt="2025-12-03T09:51:42.499" v="1414"/>
          <ac:spMkLst>
            <pc:docMk/>
            <pc:sldMk cId="2224502003" sldId="308"/>
            <ac:spMk id="3" creationId="{B74FFA70-AA80-C3BA-3FEE-FBFFCD649B79}"/>
          </ac:spMkLst>
        </pc:spChg>
      </pc:sldChg>
      <pc:sldChg chg="add del">
        <pc:chgData name="NGUYEN THI BINH AN(Peace)" userId="1c9bc6a0-715e-4c71-a899-2061e6a9426e" providerId="ADAL" clId="{48F85BB2-DE0D-472A-A790-31917BF4FDBB}" dt="2025-12-03T09:49:07.094" v="1310" actId="2696"/>
        <pc:sldMkLst>
          <pc:docMk/>
          <pc:sldMk cId="4280572970" sldId="308"/>
        </pc:sldMkLst>
      </pc:sldChg>
      <pc:sldChg chg="modSp add mod ord">
        <pc:chgData name="NGUYEN THI BINH AN(Peace)" userId="1c9bc6a0-715e-4c71-a899-2061e6a9426e" providerId="ADAL" clId="{48F85BB2-DE0D-472A-A790-31917BF4FDBB}" dt="2025-12-03T09:55:12.290" v="1490" actId="20577"/>
        <pc:sldMkLst>
          <pc:docMk/>
          <pc:sldMk cId="2734422502" sldId="309"/>
        </pc:sldMkLst>
        <pc:spChg chg="mod">
          <ac:chgData name="NGUYEN THI BINH AN(Peace)" userId="1c9bc6a0-715e-4c71-a899-2061e6a9426e" providerId="ADAL" clId="{48F85BB2-DE0D-472A-A790-31917BF4FDBB}" dt="2025-12-03T09:54:09.521" v="1432" actId="20577"/>
          <ac:spMkLst>
            <pc:docMk/>
            <pc:sldMk cId="2734422502" sldId="309"/>
            <ac:spMk id="2" creationId="{FC6A6215-2044-0691-53D8-0C0EDED4E058}"/>
          </ac:spMkLst>
        </pc:spChg>
        <pc:spChg chg="mod">
          <ac:chgData name="NGUYEN THI BINH AN(Peace)" userId="1c9bc6a0-715e-4c71-a899-2061e6a9426e" providerId="ADAL" clId="{48F85BB2-DE0D-472A-A790-31917BF4FDBB}" dt="2025-12-03T09:55:12.290" v="1490" actId="20577"/>
          <ac:spMkLst>
            <pc:docMk/>
            <pc:sldMk cId="2734422502" sldId="309"/>
            <ac:spMk id="3" creationId="{37836E00-AD4A-3066-BAAF-560EE22A707D}"/>
          </ac:spMkLst>
        </pc:spChg>
      </pc:sldChg>
      <pc:sldChg chg="add ord">
        <pc:chgData name="NGUYEN THI BINH AN(Peace)" userId="1c9bc6a0-715e-4c71-a899-2061e6a9426e" providerId="ADAL" clId="{48F85BB2-DE0D-472A-A790-31917BF4FDBB}" dt="2025-12-03T10:12:38.349" v="1515"/>
        <pc:sldMkLst>
          <pc:docMk/>
          <pc:sldMk cId="217179473" sldId="310"/>
        </pc:sldMkLst>
      </pc:sldChg>
      <pc:sldChg chg="addSp delSp modSp add mod ord">
        <pc:chgData name="NGUYEN THI BINH AN(Peace)" userId="1c9bc6a0-715e-4c71-a899-2061e6a9426e" providerId="ADAL" clId="{48F85BB2-DE0D-472A-A790-31917BF4FDBB}" dt="2025-12-04T08:29:23.816" v="3710"/>
        <pc:sldMkLst>
          <pc:docMk/>
          <pc:sldMk cId="178392458" sldId="311"/>
        </pc:sldMkLst>
        <pc:spChg chg="add">
          <ac:chgData name="NGUYEN THI BINH AN(Peace)" userId="1c9bc6a0-715e-4c71-a899-2061e6a9426e" providerId="ADAL" clId="{48F85BB2-DE0D-472A-A790-31917BF4FDBB}" dt="2025-12-03T10:07:44.470" v="1505" actId="26606"/>
          <ac:spMkLst>
            <pc:docMk/>
            <pc:sldMk cId="178392458" sldId="311"/>
            <ac:spMk id="31" creationId="{F3060C83-F051-4F0E-ABAD-AA0DFC48B218}"/>
          </ac:spMkLst>
        </pc:spChg>
        <pc:spChg chg="add">
          <ac:chgData name="NGUYEN THI BINH AN(Peace)" userId="1c9bc6a0-715e-4c71-a899-2061e6a9426e" providerId="ADAL" clId="{48F85BB2-DE0D-472A-A790-31917BF4FDBB}" dt="2025-12-03T10:07:44.470" v="1505" actId="26606"/>
          <ac:spMkLst>
            <pc:docMk/>
            <pc:sldMk cId="178392458" sldId="311"/>
            <ac:spMk id="35" creationId="{29FDB030-9B49-4CED-8CCD-4D99382388AC}"/>
          </ac:spMkLst>
        </pc:spChg>
        <pc:spChg chg="add">
          <ac:chgData name="NGUYEN THI BINH AN(Peace)" userId="1c9bc6a0-715e-4c71-a899-2061e6a9426e" providerId="ADAL" clId="{48F85BB2-DE0D-472A-A790-31917BF4FDBB}" dt="2025-12-03T10:07:44.470" v="1505" actId="26606"/>
          <ac:spMkLst>
            <pc:docMk/>
            <pc:sldMk cId="178392458" sldId="311"/>
            <ac:spMk id="37" creationId="{3783CA14-24A1-485C-8B30-D6A5D87987AD}"/>
          </ac:spMkLst>
        </pc:spChg>
        <pc:spChg chg="add">
          <ac:chgData name="NGUYEN THI BINH AN(Peace)" userId="1c9bc6a0-715e-4c71-a899-2061e6a9426e" providerId="ADAL" clId="{48F85BB2-DE0D-472A-A790-31917BF4FDBB}" dt="2025-12-03T10:07:44.470" v="1505" actId="26606"/>
          <ac:spMkLst>
            <pc:docMk/>
            <pc:sldMk cId="178392458" sldId="311"/>
            <ac:spMk id="41" creationId="{FF9F2414-84E8-453E-B1F3-389FDE8192D9}"/>
          </ac:spMkLst>
        </pc:spChg>
        <pc:spChg chg="add">
          <ac:chgData name="NGUYEN THI BINH AN(Peace)" userId="1c9bc6a0-715e-4c71-a899-2061e6a9426e" providerId="ADAL" clId="{48F85BB2-DE0D-472A-A790-31917BF4FDBB}" dt="2025-12-03T10:07:44.470" v="1505" actId="26606"/>
          <ac:spMkLst>
            <pc:docMk/>
            <pc:sldMk cId="178392458" sldId="311"/>
            <ac:spMk id="43" creationId="{3ECA69A1-7536-43AC-85EF-C7106179F5ED}"/>
          </ac:spMkLst>
        </pc:spChg>
        <pc:picChg chg="add mod">
          <ac:chgData name="NGUYEN THI BINH AN(Peace)" userId="1c9bc6a0-715e-4c71-a899-2061e6a9426e" providerId="ADAL" clId="{48F85BB2-DE0D-472A-A790-31917BF4FDBB}" dt="2025-12-03T10:07:52.878" v="1506" actId="27614"/>
          <ac:picMkLst>
            <pc:docMk/>
            <pc:sldMk cId="178392458" sldId="311"/>
            <ac:picMk id="3" creationId="{43C252C5-0EEA-0220-2697-5AF11C61356C}"/>
          </ac:picMkLst>
        </pc:picChg>
      </pc:sldChg>
      <pc:sldChg chg="addSp delSp modSp add mod ord">
        <pc:chgData name="NGUYEN THI BINH AN(Peace)" userId="1c9bc6a0-715e-4c71-a899-2061e6a9426e" providerId="ADAL" clId="{48F85BB2-DE0D-472A-A790-31917BF4FDBB}" dt="2025-12-04T08:29:23.816" v="3710"/>
        <pc:sldMkLst>
          <pc:docMk/>
          <pc:sldMk cId="3814264987" sldId="312"/>
        </pc:sldMkLst>
        <pc:picChg chg="add mod">
          <ac:chgData name="NGUYEN THI BINH AN(Peace)" userId="1c9bc6a0-715e-4c71-a899-2061e6a9426e" providerId="ADAL" clId="{48F85BB2-DE0D-472A-A790-31917BF4FDBB}" dt="2025-12-03T10:11:38.030" v="1510" actId="1076"/>
          <ac:picMkLst>
            <pc:docMk/>
            <pc:sldMk cId="3814264987" sldId="312"/>
            <ac:picMk id="4" creationId="{400290C7-E5AC-DD84-30A2-D392A39E6AA7}"/>
          </ac:picMkLst>
        </pc:picChg>
        <pc:picChg chg="add mod">
          <ac:chgData name="NGUYEN THI BINH AN(Peace)" userId="1c9bc6a0-715e-4c71-a899-2061e6a9426e" providerId="ADAL" clId="{48F85BB2-DE0D-472A-A790-31917BF4FDBB}" dt="2025-12-03T10:12:16.131" v="1513" actId="1076"/>
          <ac:picMkLst>
            <pc:docMk/>
            <pc:sldMk cId="3814264987" sldId="312"/>
            <ac:picMk id="6" creationId="{CD00DBA3-EB8F-83A9-8F0B-642D2E596B72}"/>
          </ac:picMkLst>
        </pc:picChg>
      </pc:sldChg>
      <pc:sldChg chg="addSp delSp modSp add del mod">
        <pc:chgData name="NGUYEN THI BINH AN(Peace)" userId="1c9bc6a0-715e-4c71-a899-2061e6a9426e" providerId="ADAL" clId="{48F85BB2-DE0D-472A-A790-31917BF4FDBB}" dt="2025-12-03T10:15:43.512" v="1523" actId="2696"/>
        <pc:sldMkLst>
          <pc:docMk/>
          <pc:sldMk cId="3388054852" sldId="313"/>
        </pc:sldMkLst>
      </pc:sldChg>
      <pc:sldChg chg="addSp delSp modSp add mod">
        <pc:chgData name="NGUYEN THI BINH AN(Peace)" userId="1c9bc6a0-715e-4c71-a899-2061e6a9426e" providerId="ADAL" clId="{48F85BB2-DE0D-472A-A790-31917BF4FDBB}" dt="2025-12-03T10:15:32.535" v="1522"/>
        <pc:sldMkLst>
          <pc:docMk/>
          <pc:sldMk cId="3431579721" sldId="314"/>
        </pc:sldMkLst>
        <pc:picChg chg="add mod">
          <ac:chgData name="NGUYEN THI BINH AN(Peace)" userId="1c9bc6a0-715e-4c71-a899-2061e6a9426e" providerId="ADAL" clId="{48F85BB2-DE0D-472A-A790-31917BF4FDBB}" dt="2025-12-03T10:15:32.535" v="1522"/>
          <ac:picMkLst>
            <pc:docMk/>
            <pc:sldMk cId="3431579721" sldId="314"/>
            <ac:picMk id="2" creationId="{7EC42D6A-F09C-3480-229D-00E853F59093}"/>
          </ac:picMkLst>
        </pc:picChg>
      </pc:sldChg>
      <pc:sldChg chg="addSp delSp add mod ord">
        <pc:chgData name="NGUYEN THI BINH AN(Peace)" userId="1c9bc6a0-715e-4c71-a899-2061e6a9426e" providerId="ADAL" clId="{48F85BB2-DE0D-472A-A790-31917BF4FDBB}" dt="2025-12-04T04:48:54.734" v="3647" actId="22"/>
        <pc:sldMkLst>
          <pc:docMk/>
          <pc:sldMk cId="3295974920" sldId="315"/>
        </pc:sldMkLst>
        <pc:picChg chg="add">
          <ac:chgData name="NGUYEN THI BINH AN(Peace)" userId="1c9bc6a0-715e-4c71-a899-2061e6a9426e" providerId="ADAL" clId="{48F85BB2-DE0D-472A-A790-31917BF4FDBB}" dt="2025-12-04T04:48:54.734" v="3647" actId="22"/>
          <ac:picMkLst>
            <pc:docMk/>
            <pc:sldMk cId="3295974920" sldId="315"/>
            <ac:picMk id="3" creationId="{6F4C6C5B-91F6-F530-E264-A5E47DCA42F3}"/>
          </ac:picMkLst>
        </pc:picChg>
      </pc:sldChg>
      <pc:sldChg chg="modSp add mod ord">
        <pc:chgData name="NGUYEN THI BINH AN(Peace)" userId="1c9bc6a0-715e-4c71-a899-2061e6a9426e" providerId="ADAL" clId="{48F85BB2-DE0D-472A-A790-31917BF4FDBB}" dt="2025-12-03T10:29:28.318" v="2004" actId="20577"/>
        <pc:sldMkLst>
          <pc:docMk/>
          <pc:sldMk cId="2804046315" sldId="316"/>
        </pc:sldMkLst>
        <pc:spChg chg="mod">
          <ac:chgData name="NGUYEN THI BINH AN(Peace)" userId="1c9bc6a0-715e-4c71-a899-2061e6a9426e" providerId="ADAL" clId="{48F85BB2-DE0D-472A-A790-31917BF4FDBB}" dt="2025-12-03T10:26:53.095" v="1885" actId="27636"/>
          <ac:spMkLst>
            <pc:docMk/>
            <pc:sldMk cId="2804046315" sldId="316"/>
            <ac:spMk id="2" creationId="{1CCDDC1C-E3B9-6B2C-8C40-69779046EDCE}"/>
          </ac:spMkLst>
        </pc:spChg>
        <pc:spChg chg="mod">
          <ac:chgData name="NGUYEN THI BINH AN(Peace)" userId="1c9bc6a0-715e-4c71-a899-2061e6a9426e" providerId="ADAL" clId="{48F85BB2-DE0D-472A-A790-31917BF4FDBB}" dt="2025-12-03T10:29:28.318" v="2004" actId="20577"/>
          <ac:spMkLst>
            <pc:docMk/>
            <pc:sldMk cId="2804046315" sldId="316"/>
            <ac:spMk id="3" creationId="{663F47E1-D46A-930C-46DF-C0C6FB4F7BA8}"/>
          </ac:spMkLst>
        </pc:spChg>
      </pc:sldChg>
      <pc:sldChg chg="modSp add mod">
        <pc:chgData name="NGUYEN THI BINH AN(Peace)" userId="1c9bc6a0-715e-4c71-a899-2061e6a9426e" providerId="ADAL" clId="{48F85BB2-DE0D-472A-A790-31917BF4FDBB}" dt="2025-12-04T08:33:39.153" v="3770" actId="1076"/>
        <pc:sldMkLst>
          <pc:docMk/>
          <pc:sldMk cId="324939309" sldId="317"/>
        </pc:sldMkLst>
        <pc:spChg chg="mod">
          <ac:chgData name="NGUYEN THI BINH AN(Peace)" userId="1c9bc6a0-715e-4c71-a899-2061e6a9426e" providerId="ADAL" clId="{48F85BB2-DE0D-472A-A790-31917BF4FDBB}" dt="2025-12-04T08:33:39.153" v="3770" actId="1076"/>
          <ac:spMkLst>
            <pc:docMk/>
            <pc:sldMk cId="324939309" sldId="317"/>
            <ac:spMk id="2" creationId="{69A56D03-2E39-BD03-65BE-5814EBA73460}"/>
          </ac:spMkLst>
        </pc:spChg>
      </pc:sldChg>
      <pc:sldChg chg="addSp delSp modSp add del mod setBg">
        <pc:chgData name="NGUYEN THI BINH AN(Peace)" userId="1c9bc6a0-715e-4c71-a899-2061e6a9426e" providerId="ADAL" clId="{48F85BB2-DE0D-472A-A790-31917BF4FDBB}" dt="2025-12-04T02:11:17.937" v="2184" actId="2696"/>
        <pc:sldMkLst>
          <pc:docMk/>
          <pc:sldMk cId="3493737877" sldId="318"/>
        </pc:sldMkLst>
        <pc:spChg chg="mod">
          <ac:chgData name="NGUYEN THI BINH AN(Peace)" userId="1c9bc6a0-715e-4c71-a899-2061e6a9426e" providerId="ADAL" clId="{48F85BB2-DE0D-472A-A790-31917BF4FDBB}" dt="2025-12-04T02:08:16.426" v="2181" actId="26606"/>
          <ac:spMkLst>
            <pc:docMk/>
            <pc:sldMk cId="3493737877" sldId="318"/>
            <ac:spMk id="2" creationId="{B23D8A11-8BCC-FDDF-03C6-0CDA39F3C3C6}"/>
          </ac:spMkLst>
        </pc:spChg>
        <pc:spChg chg="mod">
          <ac:chgData name="NGUYEN THI BINH AN(Peace)" userId="1c9bc6a0-715e-4c71-a899-2061e6a9426e" providerId="ADAL" clId="{48F85BB2-DE0D-472A-A790-31917BF4FDBB}" dt="2025-12-04T02:08:31.031" v="2182" actId="255"/>
          <ac:spMkLst>
            <pc:docMk/>
            <pc:sldMk cId="3493737877" sldId="318"/>
            <ac:spMk id="3" creationId="{6A05B6F2-BB7C-4DFC-4CFC-DC41431F326F}"/>
          </ac:spMkLst>
        </pc:spChg>
        <pc:spChg chg="add del">
          <ac:chgData name="NGUYEN THI BINH AN(Peace)" userId="1c9bc6a0-715e-4c71-a899-2061e6a9426e" providerId="ADAL" clId="{48F85BB2-DE0D-472A-A790-31917BF4FDBB}" dt="2025-12-04T02:08:16.426" v="2181" actId="26606"/>
          <ac:spMkLst>
            <pc:docMk/>
            <pc:sldMk cId="3493737877" sldId="318"/>
            <ac:spMk id="10" creationId="{32AEEBC8-9D30-42EF-95F2-386C2653FBF0}"/>
          </ac:spMkLst>
        </pc:spChg>
        <pc:spChg chg="add del">
          <ac:chgData name="NGUYEN THI BINH AN(Peace)" userId="1c9bc6a0-715e-4c71-a899-2061e6a9426e" providerId="ADAL" clId="{48F85BB2-DE0D-472A-A790-31917BF4FDBB}" dt="2025-12-04T02:08:16.426" v="2181" actId="26606"/>
          <ac:spMkLst>
            <pc:docMk/>
            <pc:sldMk cId="3493737877" sldId="318"/>
            <ac:spMk id="12" creationId="{3529E97A-97C3-40EA-8A04-5C02398D568F}"/>
          </ac:spMkLst>
        </pc:spChg>
        <pc:spChg chg="add del">
          <ac:chgData name="NGUYEN THI BINH AN(Peace)" userId="1c9bc6a0-715e-4c71-a899-2061e6a9426e" providerId="ADAL" clId="{48F85BB2-DE0D-472A-A790-31917BF4FDBB}" dt="2025-12-04T02:08:16.426" v="2181" actId="26606"/>
          <ac:spMkLst>
            <pc:docMk/>
            <pc:sldMk cId="3493737877" sldId="318"/>
            <ac:spMk id="14" creationId="{59FA8C2E-A5A7-4490-927A-7CD58343EDBB}"/>
          </ac:spMkLst>
        </pc:spChg>
        <pc:spChg chg="add">
          <ac:chgData name="NGUYEN THI BINH AN(Peace)" userId="1c9bc6a0-715e-4c71-a899-2061e6a9426e" providerId="ADAL" clId="{48F85BB2-DE0D-472A-A790-31917BF4FDBB}" dt="2025-12-04T02:08:16.426" v="2181" actId="26606"/>
          <ac:spMkLst>
            <pc:docMk/>
            <pc:sldMk cId="3493737877" sldId="318"/>
            <ac:spMk id="19" creationId="{D7A453D2-15D8-4403-815F-291FA16340D9}"/>
          </ac:spMkLst>
        </pc:spChg>
        <pc:spChg chg="add">
          <ac:chgData name="NGUYEN THI BINH AN(Peace)" userId="1c9bc6a0-715e-4c71-a899-2061e6a9426e" providerId="ADAL" clId="{48F85BB2-DE0D-472A-A790-31917BF4FDBB}" dt="2025-12-04T02:08:16.426" v="2181" actId="26606"/>
          <ac:spMkLst>
            <pc:docMk/>
            <pc:sldMk cId="3493737877" sldId="318"/>
            <ac:spMk id="21" creationId="{8161EA6B-09CA-445B-AB0D-8DF76FA92DEF}"/>
          </ac:spMkLst>
        </pc:spChg>
        <pc:spChg chg="add">
          <ac:chgData name="NGUYEN THI BINH AN(Peace)" userId="1c9bc6a0-715e-4c71-a899-2061e6a9426e" providerId="ADAL" clId="{48F85BB2-DE0D-472A-A790-31917BF4FDBB}" dt="2025-12-04T02:08:16.426" v="2181" actId="26606"/>
          <ac:spMkLst>
            <pc:docMk/>
            <pc:sldMk cId="3493737877" sldId="318"/>
            <ac:spMk id="31" creationId="{B8114C98-A349-4111-A123-E8EAB86ABE30}"/>
          </ac:spMkLst>
        </pc:spChg>
        <pc:spChg chg="add">
          <ac:chgData name="NGUYEN THI BINH AN(Peace)" userId="1c9bc6a0-715e-4c71-a899-2061e6a9426e" providerId="ADAL" clId="{48F85BB2-DE0D-472A-A790-31917BF4FDBB}" dt="2025-12-04T02:08:16.426" v="2181" actId="26606"/>
          <ac:spMkLst>
            <pc:docMk/>
            <pc:sldMk cId="3493737877" sldId="318"/>
            <ac:spMk id="39" creationId="{E2D3D3F2-ABBB-4453-B1C5-1BEBF7E4DD56}"/>
          </ac:spMkLst>
        </pc:spChg>
        <pc:picChg chg="add mod">
          <ac:chgData name="NGUYEN THI BINH AN(Peace)" userId="1c9bc6a0-715e-4c71-a899-2061e6a9426e" providerId="ADAL" clId="{48F85BB2-DE0D-472A-A790-31917BF4FDBB}" dt="2025-12-04T02:08:16.426" v="2181" actId="26606"/>
          <ac:picMkLst>
            <pc:docMk/>
            <pc:sldMk cId="3493737877" sldId="318"/>
            <ac:picMk id="5" creationId="{1DEEE948-F567-55E5-F797-995E9663F877}"/>
          </ac:picMkLst>
        </pc:picChg>
      </pc:sldChg>
      <pc:sldChg chg="addSp modSp add mod ord">
        <pc:chgData name="NGUYEN THI BINH AN(Peace)" userId="1c9bc6a0-715e-4c71-a899-2061e6a9426e" providerId="ADAL" clId="{48F85BB2-DE0D-472A-A790-31917BF4FDBB}" dt="2025-12-04T02:19:52.093" v="2507" actId="14100"/>
        <pc:sldMkLst>
          <pc:docMk/>
          <pc:sldMk cId="1059952867" sldId="319"/>
        </pc:sldMkLst>
        <pc:spChg chg="mod">
          <ac:chgData name="NGUYEN THI BINH AN(Peace)" userId="1c9bc6a0-715e-4c71-a899-2061e6a9426e" providerId="ADAL" clId="{48F85BB2-DE0D-472A-A790-31917BF4FDBB}" dt="2025-12-04T02:15:43.945" v="2419" actId="21"/>
          <ac:spMkLst>
            <pc:docMk/>
            <pc:sldMk cId="1059952867" sldId="319"/>
            <ac:spMk id="2" creationId="{F5BF5A66-A2B2-CE93-8072-1B829773F458}"/>
          </ac:spMkLst>
        </pc:spChg>
        <pc:spChg chg="mod">
          <ac:chgData name="NGUYEN THI BINH AN(Peace)" userId="1c9bc6a0-715e-4c71-a899-2061e6a9426e" providerId="ADAL" clId="{48F85BB2-DE0D-472A-A790-31917BF4FDBB}" dt="2025-12-04T02:18:57.756" v="2488" actId="20577"/>
          <ac:spMkLst>
            <pc:docMk/>
            <pc:sldMk cId="1059952867" sldId="319"/>
            <ac:spMk id="3" creationId="{47846956-F095-7DD9-ACFB-9B5BFC47F332}"/>
          </ac:spMkLst>
        </pc:spChg>
        <pc:spChg chg="add mod">
          <ac:chgData name="NGUYEN THI BINH AN(Peace)" userId="1c9bc6a0-715e-4c71-a899-2061e6a9426e" providerId="ADAL" clId="{48F85BB2-DE0D-472A-A790-31917BF4FDBB}" dt="2025-12-04T02:19:52.093" v="2507" actId="14100"/>
          <ac:spMkLst>
            <pc:docMk/>
            <pc:sldMk cId="1059952867" sldId="319"/>
            <ac:spMk id="4" creationId="{931D1002-7646-4F3B-1F7E-6165972980F5}"/>
          </ac:spMkLst>
        </pc:spChg>
        <pc:spChg chg="add mod">
          <ac:chgData name="NGUYEN THI BINH AN(Peace)" userId="1c9bc6a0-715e-4c71-a899-2061e6a9426e" providerId="ADAL" clId="{48F85BB2-DE0D-472A-A790-31917BF4FDBB}" dt="2025-12-04T02:15:59.687" v="2424"/>
          <ac:spMkLst>
            <pc:docMk/>
            <pc:sldMk cId="1059952867" sldId="319"/>
            <ac:spMk id="5" creationId="{AE865F29-9BBA-6B08-0B1D-43C367400952}"/>
          </ac:spMkLst>
        </pc:spChg>
      </pc:sldChg>
      <pc:sldChg chg="addSp delSp modSp add mod ord setBg">
        <pc:chgData name="NGUYEN THI BINH AN(Peace)" userId="1c9bc6a0-715e-4c71-a899-2061e6a9426e" providerId="ADAL" clId="{48F85BB2-DE0D-472A-A790-31917BF4FDBB}" dt="2025-12-04T08:30:46.897" v="3714"/>
        <pc:sldMkLst>
          <pc:docMk/>
          <pc:sldMk cId="3786175161" sldId="320"/>
        </pc:sldMkLst>
        <pc:spChg chg="del mod">
          <ac:chgData name="NGUYEN THI BINH AN(Peace)" userId="1c9bc6a0-715e-4c71-a899-2061e6a9426e" providerId="ADAL" clId="{48F85BB2-DE0D-472A-A790-31917BF4FDBB}" dt="2025-12-04T02:57:35.579" v="2519" actId="478"/>
          <ac:spMkLst>
            <pc:docMk/>
            <pc:sldMk cId="3786175161" sldId="320"/>
            <ac:spMk id="2" creationId="{5D4F9C4D-A178-8B77-2C7D-4585CB1B4491}"/>
          </ac:spMkLst>
        </pc:spChg>
        <pc:spChg chg="add">
          <ac:chgData name="NGUYEN THI BINH AN(Peace)" userId="1c9bc6a0-715e-4c71-a899-2061e6a9426e" providerId="ADAL" clId="{48F85BB2-DE0D-472A-A790-31917BF4FDBB}" dt="2025-12-04T02:59:56.112" v="2534" actId="26606"/>
          <ac:spMkLst>
            <pc:docMk/>
            <pc:sldMk cId="3786175161" sldId="320"/>
            <ac:spMk id="6" creationId="{1500B4A4-B1F1-41EA-886A-B8A210DBCA3B}"/>
          </ac:spMkLst>
        </pc:spChg>
        <pc:spChg chg="add del mod">
          <ac:chgData name="NGUYEN THI BINH AN(Peace)" userId="1c9bc6a0-715e-4c71-a899-2061e6a9426e" providerId="ADAL" clId="{48F85BB2-DE0D-472A-A790-31917BF4FDBB}" dt="2025-12-04T02:57:37.184" v="2520" actId="478"/>
          <ac:spMkLst>
            <pc:docMk/>
            <pc:sldMk cId="3786175161" sldId="320"/>
            <ac:spMk id="7" creationId="{0C640DCD-5C5E-0F34-DB41-4A423F487E28}"/>
          </ac:spMkLst>
        </pc:spChg>
        <pc:spChg chg="add">
          <ac:chgData name="NGUYEN THI BINH AN(Peace)" userId="1c9bc6a0-715e-4c71-a899-2061e6a9426e" providerId="ADAL" clId="{48F85BB2-DE0D-472A-A790-31917BF4FDBB}" dt="2025-12-04T02:59:56.112" v="2534" actId="26606"/>
          <ac:spMkLst>
            <pc:docMk/>
            <pc:sldMk cId="3786175161" sldId="320"/>
            <ac:spMk id="8" creationId="{5E55A99C-0BDC-4DBE-8E40-9FA66F629FA1}"/>
          </ac:spMkLst>
        </pc:spChg>
        <pc:spChg chg="add del">
          <ac:chgData name="NGUYEN THI BINH AN(Peace)" userId="1c9bc6a0-715e-4c71-a899-2061e6a9426e" providerId="ADAL" clId="{48F85BB2-DE0D-472A-A790-31917BF4FDBB}" dt="2025-12-04T02:57:10.719" v="2512" actId="26606"/>
          <ac:spMkLst>
            <pc:docMk/>
            <pc:sldMk cId="3786175161" sldId="320"/>
            <ac:spMk id="9" creationId="{5964CBE2-084A-47DF-A704-CF5F6217B569}"/>
          </ac:spMkLst>
        </pc:spChg>
        <pc:spChg chg="add del">
          <ac:chgData name="NGUYEN THI BINH AN(Peace)" userId="1c9bc6a0-715e-4c71-a899-2061e6a9426e" providerId="ADAL" clId="{48F85BB2-DE0D-472A-A790-31917BF4FDBB}" dt="2025-12-04T02:57:15.177" v="2514" actId="26606"/>
          <ac:spMkLst>
            <pc:docMk/>
            <pc:sldMk cId="3786175161" sldId="320"/>
            <ac:spMk id="19" creationId="{B410157D-B333-4FC1-952E-FB1E4A1F86E6}"/>
          </ac:spMkLst>
        </pc:spChg>
        <pc:spChg chg="add del">
          <ac:chgData name="NGUYEN THI BINH AN(Peace)" userId="1c9bc6a0-715e-4c71-a899-2061e6a9426e" providerId="ADAL" clId="{48F85BB2-DE0D-472A-A790-31917BF4FDBB}" dt="2025-12-04T02:57:15.177" v="2514" actId="26606"/>
          <ac:spMkLst>
            <pc:docMk/>
            <pc:sldMk cId="3786175161" sldId="320"/>
            <ac:spMk id="20" creationId="{489B7BFD-8F45-4093-AD9C-91B15B0503D9}"/>
          </ac:spMkLst>
        </pc:spChg>
        <pc:spChg chg="add del">
          <ac:chgData name="NGUYEN THI BINH AN(Peace)" userId="1c9bc6a0-715e-4c71-a899-2061e6a9426e" providerId="ADAL" clId="{48F85BB2-DE0D-472A-A790-31917BF4FDBB}" dt="2025-12-04T02:57:15.177" v="2514" actId="26606"/>
          <ac:spMkLst>
            <pc:docMk/>
            <pc:sldMk cId="3786175161" sldId="320"/>
            <ac:spMk id="21" creationId="{DFE66D7D-ABDD-4F6B-A637-3A3A2ACE1A69}"/>
          </ac:spMkLst>
        </pc:spChg>
        <pc:spChg chg="add del">
          <ac:chgData name="NGUYEN THI BINH AN(Peace)" userId="1c9bc6a0-715e-4c71-a899-2061e6a9426e" providerId="ADAL" clId="{48F85BB2-DE0D-472A-A790-31917BF4FDBB}" dt="2025-12-04T02:57:15.177" v="2514" actId="26606"/>
          <ac:spMkLst>
            <pc:docMk/>
            <pc:sldMk cId="3786175161" sldId="320"/>
            <ac:spMk id="23" creationId="{2D1AF5D9-E67F-4DB6-8615-293D22495C1F}"/>
          </ac:spMkLst>
        </pc:spChg>
        <pc:spChg chg="add del">
          <ac:chgData name="NGUYEN THI BINH AN(Peace)" userId="1c9bc6a0-715e-4c71-a899-2061e6a9426e" providerId="ADAL" clId="{48F85BB2-DE0D-472A-A790-31917BF4FDBB}" dt="2025-12-04T02:57:30.334" v="2518" actId="26606"/>
          <ac:spMkLst>
            <pc:docMk/>
            <pc:sldMk cId="3786175161" sldId="320"/>
            <ac:spMk id="28" creationId="{6753252F-4873-4F63-801D-CC719279A7D5}"/>
          </ac:spMkLst>
        </pc:spChg>
        <pc:spChg chg="add del">
          <ac:chgData name="NGUYEN THI BINH AN(Peace)" userId="1c9bc6a0-715e-4c71-a899-2061e6a9426e" providerId="ADAL" clId="{48F85BB2-DE0D-472A-A790-31917BF4FDBB}" dt="2025-12-04T02:57:30.334" v="2518" actId="26606"/>
          <ac:spMkLst>
            <pc:docMk/>
            <pc:sldMk cId="3786175161" sldId="320"/>
            <ac:spMk id="29" creationId="{047C8CCB-F95D-4249-92DD-651249D3535A}"/>
          </ac:spMkLst>
        </pc:spChg>
        <pc:grpChg chg="add del">
          <ac:chgData name="NGUYEN THI BINH AN(Peace)" userId="1c9bc6a0-715e-4c71-a899-2061e6a9426e" providerId="ADAL" clId="{48F85BB2-DE0D-472A-A790-31917BF4FDBB}" dt="2025-12-04T02:57:10.719" v="2512" actId="26606"/>
          <ac:grpSpMkLst>
            <pc:docMk/>
            <pc:sldMk cId="3786175161" sldId="320"/>
            <ac:grpSpMk id="11" creationId="{9523617D-D84A-4054-95AA-9F89131D5FBB}"/>
          </ac:grpSpMkLst>
        </pc:grpChg>
        <pc:grpChg chg="add del">
          <ac:chgData name="NGUYEN THI BINH AN(Peace)" userId="1c9bc6a0-715e-4c71-a899-2061e6a9426e" providerId="ADAL" clId="{48F85BB2-DE0D-472A-A790-31917BF4FDBB}" dt="2025-12-04T02:57:15.177" v="2514" actId="26606"/>
          <ac:grpSpMkLst>
            <pc:docMk/>
            <pc:sldMk cId="3786175161" sldId="320"/>
            <ac:grpSpMk id="22" creationId="{5ECDEC52-15F3-49DD-BCBA-A0533E540F0C}"/>
          </ac:grpSpMkLst>
        </pc:grpChg>
        <pc:grpChg chg="add del">
          <ac:chgData name="NGUYEN THI BINH AN(Peace)" userId="1c9bc6a0-715e-4c71-a899-2061e6a9426e" providerId="ADAL" clId="{48F85BB2-DE0D-472A-A790-31917BF4FDBB}" dt="2025-12-04T02:57:15.177" v="2514" actId="26606"/>
          <ac:grpSpMkLst>
            <pc:docMk/>
            <pc:sldMk cId="3786175161" sldId="320"/>
            <ac:grpSpMk id="24" creationId="{4478CD8A-FF59-40AD-8101-D685A2FEF64D}"/>
          </ac:grpSpMkLst>
        </pc:grpChg>
        <pc:picChg chg="add mod">
          <ac:chgData name="NGUYEN THI BINH AN(Peace)" userId="1c9bc6a0-715e-4c71-a899-2061e6a9426e" providerId="ADAL" clId="{48F85BB2-DE0D-472A-A790-31917BF4FDBB}" dt="2025-12-04T03:00:10.452" v="2537" actId="1076"/>
          <ac:picMkLst>
            <pc:docMk/>
            <pc:sldMk cId="3786175161" sldId="320"/>
            <ac:picMk id="4" creationId="{BCEFE694-A741-80D0-C758-95F2F789EEC0}"/>
          </ac:picMkLst>
        </pc:picChg>
        <pc:picChg chg="del">
          <ac:chgData name="NGUYEN THI BINH AN(Peace)" userId="1c9bc6a0-715e-4c71-a899-2061e6a9426e" providerId="ADAL" clId="{48F85BB2-DE0D-472A-A790-31917BF4FDBB}" dt="2025-12-04T02:56:58.105" v="2509" actId="478"/>
          <ac:picMkLst>
            <pc:docMk/>
            <pc:sldMk cId="3786175161" sldId="320"/>
            <ac:picMk id="5" creationId="{F8FF7965-4556-6BB1-A2D3-971F20C0A833}"/>
          </ac:picMkLst>
        </pc:picChg>
      </pc:sldChg>
      <pc:sldChg chg="addSp delSp modSp add mod ord setBg addAnim delAnim setClrOvrMap">
        <pc:chgData name="NGUYEN THI BINH AN(Peace)" userId="1c9bc6a0-715e-4c71-a899-2061e6a9426e" providerId="ADAL" clId="{48F85BB2-DE0D-472A-A790-31917BF4FDBB}" dt="2025-12-04T08:29:59.776" v="3712"/>
        <pc:sldMkLst>
          <pc:docMk/>
          <pc:sldMk cId="2726782614" sldId="321"/>
        </pc:sldMkLst>
        <pc:spChg chg="mod">
          <ac:chgData name="NGUYEN THI BINH AN(Peace)" userId="1c9bc6a0-715e-4c71-a899-2061e6a9426e" providerId="ADAL" clId="{48F85BB2-DE0D-472A-A790-31917BF4FDBB}" dt="2025-12-04T02:59:40.430" v="2533" actId="2711"/>
          <ac:spMkLst>
            <pc:docMk/>
            <pc:sldMk cId="2726782614" sldId="321"/>
            <ac:spMk id="2" creationId="{58CBF2D4-1819-2188-098B-FEE067EA723A}"/>
          </ac:spMkLst>
        </pc:spChg>
        <pc:spChg chg="add del">
          <ac:chgData name="NGUYEN THI BINH AN(Peace)" userId="1c9bc6a0-715e-4c71-a899-2061e6a9426e" providerId="ADAL" clId="{48F85BB2-DE0D-472A-A790-31917BF4FDBB}" dt="2025-12-04T02:59:20.595" v="2529" actId="26606"/>
          <ac:spMkLst>
            <pc:docMk/>
            <pc:sldMk cId="2726782614" sldId="321"/>
            <ac:spMk id="9" creationId="{A4AC5506-6312-4701-8D3C-40187889A947}"/>
          </ac:spMkLst>
        </pc:spChg>
        <pc:spChg chg="add del">
          <ac:chgData name="NGUYEN THI BINH AN(Peace)" userId="1c9bc6a0-715e-4c71-a899-2061e6a9426e" providerId="ADAL" clId="{48F85BB2-DE0D-472A-A790-31917BF4FDBB}" dt="2025-12-04T02:59:29.367" v="2531" actId="26606"/>
          <ac:spMkLst>
            <pc:docMk/>
            <pc:sldMk cId="2726782614" sldId="321"/>
            <ac:spMk id="11" creationId="{1199E1B1-A8C0-4FE8-A5A8-1CB41D69F857}"/>
          </ac:spMkLst>
        </pc:spChg>
        <pc:spChg chg="add del">
          <ac:chgData name="NGUYEN THI BINH AN(Peace)" userId="1c9bc6a0-715e-4c71-a899-2061e6a9426e" providerId="ADAL" clId="{48F85BB2-DE0D-472A-A790-31917BF4FDBB}" dt="2025-12-04T02:59:29.367" v="2531" actId="26606"/>
          <ac:spMkLst>
            <pc:docMk/>
            <pc:sldMk cId="2726782614" sldId="321"/>
            <ac:spMk id="12" creationId="{A8384FB5-9ADC-4DDC-881B-597D56F5B15D}"/>
          </ac:spMkLst>
        </pc:spChg>
        <pc:spChg chg="add del">
          <ac:chgData name="NGUYEN THI BINH AN(Peace)" userId="1c9bc6a0-715e-4c71-a899-2061e6a9426e" providerId="ADAL" clId="{48F85BB2-DE0D-472A-A790-31917BF4FDBB}" dt="2025-12-04T02:59:29.367" v="2531" actId="26606"/>
          <ac:spMkLst>
            <pc:docMk/>
            <pc:sldMk cId="2726782614" sldId="321"/>
            <ac:spMk id="13" creationId="{84A8DE83-DE75-4B41-9DB4-A7EC0B0DEC0B}"/>
          </ac:spMkLst>
        </pc:spChg>
        <pc:spChg chg="add del">
          <ac:chgData name="NGUYEN THI BINH AN(Peace)" userId="1c9bc6a0-715e-4c71-a899-2061e6a9426e" providerId="ADAL" clId="{48F85BB2-DE0D-472A-A790-31917BF4FDBB}" dt="2025-12-04T02:59:29.367" v="2531" actId="26606"/>
          <ac:spMkLst>
            <pc:docMk/>
            <pc:sldMk cId="2726782614" sldId="321"/>
            <ac:spMk id="15" creationId="{A7009A0A-BEF5-4EAC-AF15-E4F9F002E239}"/>
          </ac:spMkLst>
        </pc:spChg>
        <pc:spChg chg="add">
          <ac:chgData name="NGUYEN THI BINH AN(Peace)" userId="1c9bc6a0-715e-4c71-a899-2061e6a9426e" providerId="ADAL" clId="{48F85BB2-DE0D-472A-A790-31917BF4FDBB}" dt="2025-12-04T02:59:29.375" v="2532" actId="26606"/>
          <ac:spMkLst>
            <pc:docMk/>
            <pc:sldMk cId="2726782614" sldId="321"/>
            <ac:spMk id="17" creationId="{6753252F-4873-4F63-801D-CC719279A7D5}"/>
          </ac:spMkLst>
        </pc:spChg>
        <pc:spChg chg="add">
          <ac:chgData name="NGUYEN THI BINH AN(Peace)" userId="1c9bc6a0-715e-4c71-a899-2061e6a9426e" providerId="ADAL" clId="{48F85BB2-DE0D-472A-A790-31917BF4FDBB}" dt="2025-12-04T02:59:29.375" v="2532" actId="26606"/>
          <ac:spMkLst>
            <pc:docMk/>
            <pc:sldMk cId="2726782614" sldId="321"/>
            <ac:spMk id="18" creationId="{047C8CCB-F95D-4249-92DD-651249D3535A}"/>
          </ac:spMkLst>
        </pc:spChg>
        <pc:picChg chg="add mod">
          <ac:chgData name="NGUYEN THI BINH AN(Peace)" userId="1c9bc6a0-715e-4c71-a899-2061e6a9426e" providerId="ADAL" clId="{48F85BB2-DE0D-472A-A790-31917BF4FDBB}" dt="2025-12-04T02:59:29.375" v="2532" actId="26606"/>
          <ac:picMkLst>
            <pc:docMk/>
            <pc:sldMk cId="2726782614" sldId="321"/>
            <ac:picMk id="4" creationId="{E88EDFEC-7311-97B9-FD7C-268B852173B5}"/>
          </ac:picMkLst>
        </pc:picChg>
        <pc:picChg chg="del">
          <ac:chgData name="NGUYEN THI BINH AN(Peace)" userId="1c9bc6a0-715e-4c71-a899-2061e6a9426e" providerId="ADAL" clId="{48F85BB2-DE0D-472A-A790-31917BF4FDBB}" dt="2025-12-04T02:58:55.592" v="2523" actId="478"/>
          <ac:picMkLst>
            <pc:docMk/>
            <pc:sldMk cId="2726782614" sldId="321"/>
            <ac:picMk id="5" creationId="{B219382A-DF93-83E7-7F40-AF07CA19B2AC}"/>
          </ac:picMkLst>
        </pc:picChg>
      </pc:sldChg>
      <pc:sldChg chg="addSp delSp modSp add mod setBg">
        <pc:chgData name="NGUYEN THI BINH AN(Peace)" userId="1c9bc6a0-715e-4c71-a899-2061e6a9426e" providerId="ADAL" clId="{48F85BB2-DE0D-472A-A790-31917BF4FDBB}" dt="2025-12-04T04:12:27.091" v="3257" actId="20577"/>
        <pc:sldMkLst>
          <pc:docMk/>
          <pc:sldMk cId="3320110489" sldId="322"/>
        </pc:sldMkLst>
        <pc:spChg chg="mod">
          <ac:chgData name="NGUYEN THI BINH AN(Peace)" userId="1c9bc6a0-715e-4c71-a899-2061e6a9426e" providerId="ADAL" clId="{48F85BB2-DE0D-472A-A790-31917BF4FDBB}" dt="2025-12-04T03:17:57.362" v="3136" actId="2711"/>
          <ac:spMkLst>
            <pc:docMk/>
            <pc:sldMk cId="3320110489" sldId="322"/>
            <ac:spMk id="2" creationId="{13510345-280D-970A-3CED-0564CA7BC159}"/>
          </ac:spMkLst>
        </pc:spChg>
        <pc:spChg chg="del mod">
          <ac:chgData name="NGUYEN THI BINH AN(Peace)" userId="1c9bc6a0-715e-4c71-a899-2061e6a9426e" providerId="ADAL" clId="{48F85BB2-DE0D-472A-A790-31917BF4FDBB}" dt="2025-12-04T03:17:42.204" v="3133" actId="478"/>
          <ac:spMkLst>
            <pc:docMk/>
            <pc:sldMk cId="3320110489" sldId="322"/>
            <ac:spMk id="3" creationId="{795C13AE-C843-7965-FF8F-53F80C866CA9}"/>
          </ac:spMkLst>
        </pc:spChg>
        <pc:spChg chg="add del mod">
          <ac:chgData name="NGUYEN THI BINH AN(Peace)" userId="1c9bc6a0-715e-4c71-a899-2061e6a9426e" providerId="ADAL" clId="{48F85BB2-DE0D-472A-A790-31917BF4FDBB}" dt="2025-12-04T03:17:51.562" v="3135" actId="26606"/>
          <ac:spMkLst>
            <pc:docMk/>
            <pc:sldMk cId="3320110489" sldId="322"/>
            <ac:spMk id="5" creationId="{E60F9B85-60B3-D574-00AB-BAB24517A9FF}"/>
          </ac:spMkLst>
        </pc:spChg>
        <pc:spChg chg="add mod">
          <ac:chgData name="NGUYEN THI BINH AN(Peace)" userId="1c9bc6a0-715e-4c71-a899-2061e6a9426e" providerId="ADAL" clId="{48F85BB2-DE0D-472A-A790-31917BF4FDBB}" dt="2025-12-04T03:41:55.396" v="3199" actId="1076"/>
          <ac:spMkLst>
            <pc:docMk/>
            <pc:sldMk cId="3320110489" sldId="322"/>
            <ac:spMk id="8" creationId="{FB9FC55B-F4BF-E044-3B49-EE923F857324}"/>
          </ac:spMkLst>
        </pc:spChg>
        <pc:spChg chg="add mod">
          <ac:chgData name="NGUYEN THI BINH AN(Peace)" userId="1c9bc6a0-715e-4c71-a899-2061e6a9426e" providerId="ADAL" clId="{48F85BB2-DE0D-472A-A790-31917BF4FDBB}" dt="2025-12-04T04:12:27.091" v="3257" actId="20577"/>
          <ac:spMkLst>
            <pc:docMk/>
            <pc:sldMk cId="3320110489" sldId="322"/>
            <ac:spMk id="9" creationId="{C7B5F4BA-2A77-C048-FD67-AFBC05E0D90F}"/>
          </ac:spMkLst>
        </pc:spChg>
        <pc:spChg chg="add">
          <ac:chgData name="NGUYEN THI BINH AN(Peace)" userId="1c9bc6a0-715e-4c71-a899-2061e6a9426e" providerId="ADAL" clId="{48F85BB2-DE0D-472A-A790-31917BF4FDBB}" dt="2025-12-04T03:17:51.562" v="3135" actId="26606"/>
          <ac:spMkLst>
            <pc:docMk/>
            <pc:sldMk cId="3320110489" sldId="322"/>
            <ac:spMk id="12" creationId="{A4AC5506-6312-4701-8D3C-40187889A947}"/>
          </ac:spMkLst>
        </pc:spChg>
        <pc:picChg chg="add mod">
          <ac:chgData name="NGUYEN THI BINH AN(Peace)" userId="1c9bc6a0-715e-4c71-a899-2061e6a9426e" providerId="ADAL" clId="{48F85BB2-DE0D-472A-A790-31917BF4FDBB}" dt="2025-12-04T03:41:50.463" v="3198" actId="1076"/>
          <ac:picMkLst>
            <pc:docMk/>
            <pc:sldMk cId="3320110489" sldId="322"/>
            <ac:picMk id="7" creationId="{82909A64-086A-4BD0-AC22-A5B9611BC93E}"/>
          </ac:picMkLst>
        </pc:picChg>
      </pc:sldChg>
      <pc:sldChg chg="addSp delSp modSp add mod setBg">
        <pc:chgData name="NGUYEN THI BINH AN(Peace)" userId="1c9bc6a0-715e-4c71-a899-2061e6a9426e" providerId="ADAL" clId="{48F85BB2-DE0D-472A-A790-31917BF4FDBB}" dt="2025-12-04T04:15:34.247" v="3320" actId="14100"/>
        <pc:sldMkLst>
          <pc:docMk/>
          <pc:sldMk cId="1523476469" sldId="323"/>
        </pc:sldMkLst>
        <pc:spChg chg="mod">
          <ac:chgData name="NGUYEN THI BINH AN(Peace)" userId="1c9bc6a0-715e-4c71-a899-2061e6a9426e" providerId="ADAL" clId="{48F85BB2-DE0D-472A-A790-31917BF4FDBB}" dt="2025-12-04T04:15:21.767" v="3319" actId="26606"/>
          <ac:spMkLst>
            <pc:docMk/>
            <pc:sldMk cId="1523476469" sldId="323"/>
            <ac:spMk id="2" creationId="{6D5DD7AE-4FF2-4B5F-B273-97C1D4B71B08}"/>
          </ac:spMkLst>
        </pc:spChg>
        <pc:spChg chg="del mod">
          <ac:chgData name="NGUYEN THI BINH AN(Peace)" userId="1c9bc6a0-715e-4c71-a899-2061e6a9426e" providerId="ADAL" clId="{48F85BB2-DE0D-472A-A790-31917BF4FDBB}" dt="2025-12-04T04:14:36.332" v="3311" actId="26606"/>
          <ac:spMkLst>
            <pc:docMk/>
            <pc:sldMk cId="1523476469" sldId="323"/>
            <ac:spMk id="3" creationId="{311A431C-AD56-C764-15C7-CD51554E1390}"/>
          </ac:spMkLst>
        </pc:spChg>
        <pc:spChg chg="add">
          <ac:chgData name="NGUYEN THI BINH AN(Peace)" userId="1c9bc6a0-715e-4c71-a899-2061e6a9426e" providerId="ADAL" clId="{48F85BB2-DE0D-472A-A790-31917BF4FDBB}" dt="2025-12-04T04:15:21.767" v="3319" actId="26606"/>
          <ac:spMkLst>
            <pc:docMk/>
            <pc:sldMk cId="1523476469" sldId="323"/>
            <ac:spMk id="10" creationId="{5A0118C5-4F8D-4CF4-BADD-53FEACC6C42A}"/>
          </ac:spMkLst>
        </pc:spChg>
        <pc:spChg chg="add">
          <ac:chgData name="NGUYEN THI BINH AN(Peace)" userId="1c9bc6a0-715e-4c71-a899-2061e6a9426e" providerId="ADAL" clId="{48F85BB2-DE0D-472A-A790-31917BF4FDBB}" dt="2025-12-04T04:15:21.767" v="3319" actId="26606"/>
          <ac:spMkLst>
            <pc:docMk/>
            <pc:sldMk cId="1523476469" sldId="323"/>
            <ac:spMk id="16" creationId="{CAEBFCD5-5356-4326-8D39-8235A46CD7B2}"/>
          </ac:spMkLst>
        </pc:spChg>
        <pc:grpChg chg="add">
          <ac:chgData name="NGUYEN THI BINH AN(Peace)" userId="1c9bc6a0-715e-4c71-a899-2061e6a9426e" providerId="ADAL" clId="{48F85BB2-DE0D-472A-A790-31917BF4FDBB}" dt="2025-12-04T04:15:21.767" v="3319" actId="26606"/>
          <ac:grpSpMkLst>
            <pc:docMk/>
            <pc:sldMk cId="1523476469" sldId="323"/>
            <ac:grpSpMk id="12" creationId="{89C6B508-0B2C-4D80-99F6-BC8C9C69341A}"/>
          </ac:grpSpMkLst>
        </pc:grpChg>
        <pc:grpChg chg="add">
          <ac:chgData name="NGUYEN THI BINH AN(Peace)" userId="1c9bc6a0-715e-4c71-a899-2061e6a9426e" providerId="ADAL" clId="{48F85BB2-DE0D-472A-A790-31917BF4FDBB}" dt="2025-12-04T04:15:21.767" v="3319" actId="26606"/>
          <ac:grpSpMkLst>
            <pc:docMk/>
            <pc:sldMk cId="1523476469" sldId="323"/>
            <ac:grpSpMk id="18" creationId="{6B67BE95-96EF-433C-9F29-B0732AA6B6AC}"/>
          </ac:grpSpMkLst>
        </pc:grpChg>
        <pc:grpChg chg="add">
          <ac:chgData name="NGUYEN THI BINH AN(Peace)" userId="1c9bc6a0-715e-4c71-a899-2061e6a9426e" providerId="ADAL" clId="{48F85BB2-DE0D-472A-A790-31917BF4FDBB}" dt="2025-12-04T04:15:21.767" v="3319" actId="26606"/>
          <ac:grpSpMkLst>
            <pc:docMk/>
            <pc:sldMk cId="1523476469" sldId="323"/>
            <ac:grpSpMk id="22" creationId="{D6E8B984-55B9-4A62-A043-997D00F0AE09}"/>
          </ac:grpSpMkLst>
        </pc:grpChg>
        <pc:grpChg chg="add">
          <ac:chgData name="NGUYEN THI BINH AN(Peace)" userId="1c9bc6a0-715e-4c71-a899-2061e6a9426e" providerId="ADAL" clId="{48F85BB2-DE0D-472A-A790-31917BF4FDBB}" dt="2025-12-04T04:15:21.767" v="3319" actId="26606"/>
          <ac:grpSpMkLst>
            <pc:docMk/>
            <pc:sldMk cId="1523476469" sldId="323"/>
            <ac:grpSpMk id="37" creationId="{DDFA5A3F-B050-4826-ACB4-F634DD12C7BC}"/>
          </ac:grpSpMkLst>
        </pc:grpChg>
        <pc:graphicFrameChg chg="add mod modGraphic">
          <ac:chgData name="NGUYEN THI BINH AN(Peace)" userId="1c9bc6a0-715e-4c71-a899-2061e6a9426e" providerId="ADAL" clId="{48F85BB2-DE0D-472A-A790-31917BF4FDBB}" dt="2025-12-04T04:15:34.247" v="3320" actId="14100"/>
          <ac:graphicFrameMkLst>
            <pc:docMk/>
            <pc:sldMk cId="1523476469" sldId="323"/>
            <ac:graphicFrameMk id="5" creationId="{14E4A8EF-024F-21FB-336A-E37CBEB06544}"/>
          </ac:graphicFrameMkLst>
        </pc:graphicFrameChg>
      </pc:sldChg>
      <pc:sldChg chg="add del">
        <pc:chgData name="NGUYEN THI BINH AN(Peace)" userId="1c9bc6a0-715e-4c71-a899-2061e6a9426e" providerId="ADAL" clId="{48F85BB2-DE0D-472A-A790-31917BF4FDBB}" dt="2025-12-04T04:12:41.387" v="3259" actId="2696"/>
        <pc:sldMkLst>
          <pc:docMk/>
          <pc:sldMk cId="2823758931" sldId="324"/>
        </pc:sldMkLst>
      </pc:sldChg>
      <pc:sldChg chg="addSp add mod ord">
        <pc:chgData name="NGUYEN THI BINH AN(Peace)" userId="1c9bc6a0-715e-4c71-a899-2061e6a9426e" providerId="ADAL" clId="{48F85BB2-DE0D-472A-A790-31917BF4FDBB}" dt="2025-12-04T08:47:25.890" v="3835"/>
        <pc:sldMkLst>
          <pc:docMk/>
          <pc:sldMk cId="3686088048" sldId="324"/>
        </pc:sldMkLst>
        <pc:picChg chg="add">
          <ac:chgData name="NGUYEN THI BINH AN(Peace)" userId="1c9bc6a0-715e-4c71-a899-2061e6a9426e" providerId="ADAL" clId="{48F85BB2-DE0D-472A-A790-31917BF4FDBB}" dt="2025-12-04T08:24:40.900" v="3691" actId="22"/>
          <ac:picMkLst>
            <pc:docMk/>
            <pc:sldMk cId="3686088048" sldId="324"/>
            <ac:picMk id="3" creationId="{EB2A1C2B-BA76-8EFC-C7F0-F92994A48783}"/>
          </ac:picMkLst>
        </pc:picChg>
      </pc:sldChg>
      <pc:sldChg chg="addSp delSp modSp add mod ord setBg modShow">
        <pc:chgData name="NGUYEN THI BINH AN(Peace)" userId="1c9bc6a0-715e-4c71-a899-2061e6a9426e" providerId="ADAL" clId="{48F85BB2-DE0D-472A-A790-31917BF4FDBB}" dt="2025-12-04T08:26:30.718" v="3701" actId="729"/>
        <pc:sldMkLst>
          <pc:docMk/>
          <pc:sldMk cId="2317009414" sldId="325"/>
        </pc:sldMkLst>
        <pc:spChg chg="mod">
          <ac:chgData name="NGUYEN THI BINH AN(Peace)" userId="1c9bc6a0-715e-4c71-a899-2061e6a9426e" providerId="ADAL" clId="{48F85BB2-DE0D-472A-A790-31917BF4FDBB}" dt="2025-12-04T04:35:56.293" v="3529" actId="26606"/>
          <ac:spMkLst>
            <pc:docMk/>
            <pc:sldMk cId="2317009414" sldId="325"/>
            <ac:spMk id="2" creationId="{3D6595BD-AC79-362A-63C3-67802B88D249}"/>
          </ac:spMkLst>
        </pc:spChg>
        <pc:spChg chg="add del mod">
          <ac:chgData name="NGUYEN THI BINH AN(Peace)" userId="1c9bc6a0-715e-4c71-a899-2061e6a9426e" providerId="ADAL" clId="{48F85BB2-DE0D-472A-A790-31917BF4FDBB}" dt="2025-12-04T04:36:37.663" v="3537" actId="1076"/>
          <ac:spMkLst>
            <pc:docMk/>
            <pc:sldMk cId="2317009414" sldId="325"/>
            <ac:spMk id="3" creationId="{3972B2EF-2BE6-5935-6AAD-614285E6EE80}"/>
          </ac:spMkLst>
        </pc:spChg>
        <pc:spChg chg="add">
          <ac:chgData name="NGUYEN THI BINH AN(Peace)" userId="1c9bc6a0-715e-4c71-a899-2061e6a9426e" providerId="ADAL" clId="{48F85BB2-DE0D-472A-A790-31917BF4FDBB}" dt="2025-12-04T04:30:57.961" v="3458"/>
          <ac:spMkLst>
            <pc:docMk/>
            <pc:sldMk cId="2317009414" sldId="325"/>
            <ac:spMk id="4" creationId="{58B8B5FE-FC9D-6A2A-ED5F-5EA8CCD895DE}"/>
          </ac:spMkLst>
        </pc:spChg>
        <pc:spChg chg="add del">
          <ac:chgData name="NGUYEN THI BINH AN(Peace)" userId="1c9bc6a0-715e-4c71-a899-2061e6a9426e" providerId="ADAL" clId="{48F85BB2-DE0D-472A-A790-31917BF4FDBB}" dt="2025-12-04T04:35:53.338" v="3526" actId="26606"/>
          <ac:spMkLst>
            <pc:docMk/>
            <pc:sldMk cId="2317009414" sldId="325"/>
            <ac:spMk id="6" creationId="{04812C46-200A-4DEB-A05E-3ED6C68C2387}"/>
          </ac:spMkLst>
        </pc:spChg>
        <pc:spChg chg="add del">
          <ac:chgData name="NGUYEN THI BINH AN(Peace)" userId="1c9bc6a0-715e-4c71-a899-2061e6a9426e" providerId="ADAL" clId="{48F85BB2-DE0D-472A-A790-31917BF4FDBB}" dt="2025-12-04T04:35:36.239" v="3520" actId="26606"/>
          <ac:spMkLst>
            <pc:docMk/>
            <pc:sldMk cId="2317009414" sldId="325"/>
            <ac:spMk id="8" creationId="{5A0118C5-4F8D-4CF4-BADD-53FEACC6C42A}"/>
          </ac:spMkLst>
        </pc:spChg>
        <pc:spChg chg="add del">
          <ac:chgData name="NGUYEN THI BINH AN(Peace)" userId="1c9bc6a0-715e-4c71-a899-2061e6a9426e" providerId="ADAL" clId="{48F85BB2-DE0D-472A-A790-31917BF4FDBB}" dt="2025-12-04T04:35:28.960" v="3518" actId="26606"/>
          <ac:spMkLst>
            <pc:docMk/>
            <pc:sldMk cId="2317009414" sldId="325"/>
            <ac:spMk id="9" creationId="{BACC6370-2D7E-4714-9D71-7542949D7D5D}"/>
          </ac:spMkLst>
        </pc:spChg>
        <pc:spChg chg="add del">
          <ac:chgData name="NGUYEN THI BINH AN(Peace)" userId="1c9bc6a0-715e-4c71-a899-2061e6a9426e" providerId="ADAL" clId="{48F85BB2-DE0D-472A-A790-31917BF4FDBB}" dt="2025-12-04T04:35:36.239" v="3520" actId="26606"/>
          <ac:spMkLst>
            <pc:docMk/>
            <pc:sldMk cId="2317009414" sldId="325"/>
            <ac:spMk id="10" creationId="{F98F79A4-A6C7-4101-B1E9-27E05CB7CFA0}"/>
          </ac:spMkLst>
        </pc:spChg>
        <pc:spChg chg="add del">
          <ac:chgData name="NGUYEN THI BINH AN(Peace)" userId="1c9bc6a0-715e-4c71-a899-2061e6a9426e" providerId="ADAL" clId="{48F85BB2-DE0D-472A-A790-31917BF4FDBB}" dt="2025-12-04T04:35:28.960" v="3518" actId="26606"/>
          <ac:spMkLst>
            <pc:docMk/>
            <pc:sldMk cId="2317009414" sldId="325"/>
            <ac:spMk id="11" creationId="{F68B3F68-107C-434F-AA38-110D5EA91B85}"/>
          </ac:spMkLst>
        </pc:spChg>
        <pc:spChg chg="add del">
          <ac:chgData name="NGUYEN THI BINH AN(Peace)" userId="1c9bc6a0-715e-4c71-a899-2061e6a9426e" providerId="ADAL" clId="{48F85BB2-DE0D-472A-A790-31917BF4FDBB}" dt="2025-12-04T04:35:36.239" v="3520" actId="26606"/>
          <ac:spMkLst>
            <pc:docMk/>
            <pc:sldMk cId="2317009414" sldId="325"/>
            <ac:spMk id="12" creationId="{31CE7A08-2184-4B99-ABC0-B40CD1D3F281}"/>
          </ac:spMkLst>
        </pc:spChg>
        <pc:spChg chg="add del">
          <ac:chgData name="NGUYEN THI BINH AN(Peace)" userId="1c9bc6a0-715e-4c71-a899-2061e6a9426e" providerId="ADAL" clId="{48F85BB2-DE0D-472A-A790-31917BF4FDBB}" dt="2025-12-04T04:35:28.960" v="3518" actId="26606"/>
          <ac:spMkLst>
            <pc:docMk/>
            <pc:sldMk cId="2317009414" sldId="325"/>
            <ac:spMk id="13" creationId="{AAD0DBB9-1A4B-4391-81D4-CB19F9AB918A}"/>
          </ac:spMkLst>
        </pc:spChg>
        <pc:spChg chg="add del">
          <ac:chgData name="NGUYEN THI BINH AN(Peace)" userId="1c9bc6a0-715e-4c71-a899-2061e6a9426e" providerId="ADAL" clId="{48F85BB2-DE0D-472A-A790-31917BF4FDBB}" dt="2025-12-04T04:35:36.239" v="3520" actId="26606"/>
          <ac:spMkLst>
            <pc:docMk/>
            <pc:sldMk cId="2317009414" sldId="325"/>
            <ac:spMk id="14" creationId="{79AFCB35-9C04-4524-A0B1-57FF6865D013}"/>
          </ac:spMkLst>
        </pc:spChg>
        <pc:spChg chg="add del">
          <ac:chgData name="NGUYEN THI BINH AN(Peace)" userId="1c9bc6a0-715e-4c71-a899-2061e6a9426e" providerId="ADAL" clId="{48F85BB2-DE0D-472A-A790-31917BF4FDBB}" dt="2025-12-04T04:35:28.960" v="3518" actId="26606"/>
          <ac:spMkLst>
            <pc:docMk/>
            <pc:sldMk cId="2317009414" sldId="325"/>
            <ac:spMk id="15" creationId="{063BBA22-50EA-4C4D-BE05-F1CE4E63AA56}"/>
          </ac:spMkLst>
        </pc:spChg>
        <pc:spChg chg="add del">
          <ac:chgData name="NGUYEN THI BINH AN(Peace)" userId="1c9bc6a0-715e-4c71-a899-2061e6a9426e" providerId="ADAL" clId="{48F85BB2-DE0D-472A-A790-31917BF4FDBB}" dt="2025-12-04T04:35:36.239" v="3520" actId="26606"/>
          <ac:spMkLst>
            <pc:docMk/>
            <pc:sldMk cId="2317009414" sldId="325"/>
            <ac:spMk id="16" creationId="{D11AD2AD-0BA0-4DD3-8EEA-84686A0E718C}"/>
          </ac:spMkLst>
        </pc:spChg>
        <pc:spChg chg="add del">
          <ac:chgData name="NGUYEN THI BINH AN(Peace)" userId="1c9bc6a0-715e-4c71-a899-2061e6a9426e" providerId="ADAL" clId="{48F85BB2-DE0D-472A-A790-31917BF4FDBB}" dt="2025-12-04T04:35:36.239" v="3520" actId="26606"/>
          <ac:spMkLst>
            <pc:docMk/>
            <pc:sldMk cId="2317009414" sldId="325"/>
            <ac:spMk id="17" creationId="{3972B2EF-2BE6-5935-6AAD-614285E6EE80}"/>
          </ac:spMkLst>
        </pc:spChg>
        <pc:spChg chg="add del">
          <ac:chgData name="NGUYEN THI BINH AN(Peace)" userId="1c9bc6a0-715e-4c71-a899-2061e6a9426e" providerId="ADAL" clId="{48F85BB2-DE0D-472A-A790-31917BF4FDBB}" dt="2025-12-04T04:35:36.239" v="3520" actId="26606"/>
          <ac:spMkLst>
            <pc:docMk/>
            <pc:sldMk cId="2317009414" sldId="325"/>
            <ac:spMk id="18" creationId="{9E5C5460-229E-46C8-A712-CC317985420F}"/>
          </ac:spMkLst>
        </pc:spChg>
        <pc:spChg chg="add del">
          <ac:chgData name="NGUYEN THI BINH AN(Peace)" userId="1c9bc6a0-715e-4c71-a899-2061e6a9426e" providerId="ADAL" clId="{48F85BB2-DE0D-472A-A790-31917BF4FDBB}" dt="2025-12-04T04:35:36.239" v="3520" actId="26606"/>
          <ac:spMkLst>
            <pc:docMk/>
            <pc:sldMk cId="2317009414" sldId="325"/>
            <ac:spMk id="20" creationId="{2552FC29-9118-466F-940E-80C84EFDF07B}"/>
          </ac:spMkLst>
        </pc:spChg>
        <pc:spChg chg="add del">
          <ac:chgData name="NGUYEN THI BINH AN(Peace)" userId="1c9bc6a0-715e-4c71-a899-2061e6a9426e" providerId="ADAL" clId="{48F85BB2-DE0D-472A-A790-31917BF4FDBB}" dt="2025-12-04T04:35:56.293" v="3529" actId="26606"/>
          <ac:spMkLst>
            <pc:docMk/>
            <pc:sldMk cId="2317009414" sldId="325"/>
            <ac:spMk id="21" creationId="{C0763A76-9F1C-4FC5-82B7-DD475DA461B2}"/>
          </ac:spMkLst>
        </pc:spChg>
        <pc:spChg chg="add del">
          <ac:chgData name="NGUYEN THI BINH AN(Peace)" userId="1c9bc6a0-715e-4c71-a899-2061e6a9426e" providerId="ADAL" clId="{48F85BB2-DE0D-472A-A790-31917BF4FDBB}" dt="2025-12-04T04:35:56.293" v="3529" actId="26606"/>
          <ac:spMkLst>
            <pc:docMk/>
            <pc:sldMk cId="2317009414" sldId="325"/>
            <ac:spMk id="23" creationId="{E81BF4F6-F2CF-4984-9D14-D6966D92F99F}"/>
          </ac:spMkLst>
        </pc:spChg>
        <pc:spChg chg="add mod">
          <ac:chgData name="NGUYEN THI BINH AN(Peace)" userId="1c9bc6a0-715e-4c71-a899-2061e6a9426e" providerId="ADAL" clId="{48F85BB2-DE0D-472A-A790-31917BF4FDBB}" dt="2025-12-04T04:36:40.881" v="3538" actId="1076"/>
          <ac:spMkLst>
            <pc:docMk/>
            <pc:sldMk cId="2317009414" sldId="325"/>
            <ac:spMk id="30" creationId="{07380E6C-290A-D882-F411-64C767F08810}"/>
          </ac:spMkLst>
        </pc:spChg>
        <pc:spChg chg="add del">
          <ac:chgData name="NGUYEN THI BINH AN(Peace)" userId="1c9bc6a0-715e-4c71-a899-2061e6a9426e" providerId="ADAL" clId="{48F85BB2-DE0D-472A-A790-31917BF4FDBB}" dt="2025-12-04T04:35:45.232" v="3524" actId="26606"/>
          <ac:spMkLst>
            <pc:docMk/>
            <pc:sldMk cId="2317009414" sldId="325"/>
            <ac:spMk id="31" creationId="{EDDBB197-D710-4A4F-A9CA-FD2177498BE8}"/>
          </ac:spMkLst>
        </pc:spChg>
        <pc:spChg chg="add del">
          <ac:chgData name="NGUYEN THI BINH AN(Peace)" userId="1c9bc6a0-715e-4c71-a899-2061e6a9426e" providerId="ADAL" clId="{48F85BB2-DE0D-472A-A790-31917BF4FDBB}" dt="2025-12-04T04:35:45.232" v="3524" actId="26606"/>
          <ac:spMkLst>
            <pc:docMk/>
            <pc:sldMk cId="2317009414" sldId="325"/>
            <ac:spMk id="32" creationId="{975D1CFA-2CDB-4B64-BD9F-85744E8DA12F}"/>
          </ac:spMkLst>
        </pc:spChg>
        <pc:spChg chg="add del">
          <ac:chgData name="NGUYEN THI BINH AN(Peace)" userId="1c9bc6a0-715e-4c71-a899-2061e6a9426e" providerId="ADAL" clId="{48F85BB2-DE0D-472A-A790-31917BF4FDBB}" dt="2025-12-04T04:35:45.232" v="3524" actId="26606"/>
          <ac:spMkLst>
            <pc:docMk/>
            <pc:sldMk cId="2317009414" sldId="325"/>
            <ac:spMk id="33" creationId="{3972B2EF-2BE6-5935-6AAD-614285E6EE80}"/>
          </ac:spMkLst>
        </pc:spChg>
        <pc:grpChg chg="add del">
          <ac:chgData name="NGUYEN THI BINH AN(Peace)" userId="1c9bc6a0-715e-4c71-a899-2061e6a9426e" providerId="ADAL" clId="{48F85BB2-DE0D-472A-A790-31917BF4FDBB}" dt="2025-12-04T04:35:45.232" v="3524" actId="26606"/>
          <ac:grpSpMkLst>
            <pc:docMk/>
            <pc:sldMk cId="2317009414" sldId="325"/>
            <ac:grpSpMk id="34" creationId="{25EE5136-01F1-466C-962D-BA9B4C6757AA}"/>
          </ac:grpSpMkLst>
        </pc:grpChg>
        <pc:graphicFrameChg chg="add del">
          <ac:chgData name="NGUYEN THI BINH AN(Peace)" userId="1c9bc6a0-715e-4c71-a899-2061e6a9426e" providerId="ADAL" clId="{48F85BB2-DE0D-472A-A790-31917BF4FDBB}" dt="2025-12-04T04:35:28.960" v="3518" actId="26606"/>
          <ac:graphicFrameMkLst>
            <pc:docMk/>
            <pc:sldMk cId="2317009414" sldId="325"/>
            <ac:graphicFrameMk id="5" creationId="{5EB09816-F9C5-B2C8-7DC4-BBF0476DADCB}"/>
          </ac:graphicFrameMkLst>
        </pc:graphicFrameChg>
        <pc:graphicFrameChg chg="add del">
          <ac:chgData name="NGUYEN THI BINH AN(Peace)" userId="1c9bc6a0-715e-4c71-a899-2061e6a9426e" providerId="ADAL" clId="{48F85BB2-DE0D-472A-A790-31917BF4FDBB}" dt="2025-12-04T04:35:42.603" v="3522" actId="26606"/>
          <ac:graphicFrameMkLst>
            <pc:docMk/>
            <pc:sldMk cId="2317009414" sldId="325"/>
            <ac:graphicFrameMk id="29" creationId="{49CE501D-E78A-3E9B-7615-BF26E8E2EFC3}"/>
          </ac:graphicFrameMkLst>
        </pc:graphicFrameChg>
        <pc:picChg chg="add del">
          <ac:chgData name="NGUYEN THI BINH AN(Peace)" userId="1c9bc6a0-715e-4c71-a899-2061e6a9426e" providerId="ADAL" clId="{48F85BB2-DE0D-472A-A790-31917BF4FDBB}" dt="2025-12-04T04:35:45.232" v="3524" actId="26606"/>
          <ac:picMkLst>
            <pc:docMk/>
            <pc:sldMk cId="2317009414" sldId="325"/>
            <ac:picMk id="7" creationId="{C1C42E91-C465-7647-7661-C0451A024D60}"/>
          </ac:picMkLst>
        </pc:picChg>
        <pc:picChg chg="add del">
          <ac:chgData name="NGUYEN THI BINH AN(Peace)" userId="1c9bc6a0-715e-4c71-a899-2061e6a9426e" providerId="ADAL" clId="{48F85BB2-DE0D-472A-A790-31917BF4FDBB}" dt="2025-12-04T04:35:53.338" v="3526" actId="26606"/>
          <ac:picMkLst>
            <pc:docMk/>
            <pc:sldMk cId="2317009414" sldId="325"/>
            <ac:picMk id="19" creationId="{2C04B1F7-A616-537E-5D8B-B7D1FD812D22}"/>
          </ac:picMkLst>
        </pc:picChg>
        <pc:picChg chg="add del">
          <ac:chgData name="NGUYEN THI BINH AN(Peace)" userId="1c9bc6a0-715e-4c71-a899-2061e6a9426e" providerId="ADAL" clId="{48F85BB2-DE0D-472A-A790-31917BF4FDBB}" dt="2025-12-04T04:35:56.293" v="3529" actId="26606"/>
          <ac:picMkLst>
            <pc:docMk/>
            <pc:sldMk cId="2317009414" sldId="325"/>
            <ac:picMk id="24" creationId="{02530EC6-8EFD-FEAB-124D-343197C52C9A}"/>
          </ac:picMkLst>
        </pc:picChg>
      </pc:sldChg>
      <pc:sldChg chg="addSp delSp modSp add mod setBg">
        <pc:chgData name="NGUYEN THI BINH AN(Peace)" userId="1c9bc6a0-715e-4c71-a899-2061e6a9426e" providerId="ADAL" clId="{48F85BB2-DE0D-472A-A790-31917BF4FDBB}" dt="2025-12-04T04:43:24.759" v="3646" actId="27636"/>
        <pc:sldMkLst>
          <pc:docMk/>
          <pc:sldMk cId="1812135849" sldId="326"/>
        </pc:sldMkLst>
        <pc:spChg chg="mod">
          <ac:chgData name="NGUYEN THI BINH AN(Peace)" userId="1c9bc6a0-715e-4c71-a899-2061e6a9426e" providerId="ADAL" clId="{48F85BB2-DE0D-472A-A790-31917BF4FDBB}" dt="2025-12-04T04:42:51.631" v="3640" actId="255"/>
          <ac:spMkLst>
            <pc:docMk/>
            <pc:sldMk cId="1812135849" sldId="326"/>
            <ac:spMk id="2" creationId="{E4F7A2C2-4F25-5C19-116F-9EE64EFE7704}"/>
          </ac:spMkLst>
        </pc:spChg>
        <pc:spChg chg="del">
          <ac:chgData name="NGUYEN THI BINH AN(Peace)" userId="1c9bc6a0-715e-4c71-a899-2061e6a9426e" providerId="ADAL" clId="{48F85BB2-DE0D-472A-A790-31917BF4FDBB}" dt="2025-12-04T04:40:53.218" v="3559" actId="478"/>
          <ac:spMkLst>
            <pc:docMk/>
            <pc:sldMk cId="1812135849" sldId="326"/>
            <ac:spMk id="3" creationId="{76D0D3D8-B50A-E0BB-7DC3-04B6CA74C2F5}"/>
          </ac:spMkLst>
        </pc:spChg>
        <pc:spChg chg="add del mod">
          <ac:chgData name="NGUYEN THI BINH AN(Peace)" userId="1c9bc6a0-715e-4c71-a899-2061e6a9426e" providerId="ADAL" clId="{48F85BB2-DE0D-472A-A790-31917BF4FDBB}" dt="2025-12-04T04:40:54.848" v="3560" actId="478"/>
          <ac:spMkLst>
            <pc:docMk/>
            <pc:sldMk cId="1812135849" sldId="326"/>
            <ac:spMk id="5" creationId="{650B601B-F087-FEB6-DE41-C13FE7D7C6E0}"/>
          </ac:spMkLst>
        </pc:spChg>
        <pc:spChg chg="mod">
          <ac:chgData name="NGUYEN THI BINH AN(Peace)" userId="1c9bc6a0-715e-4c71-a899-2061e6a9426e" providerId="ADAL" clId="{48F85BB2-DE0D-472A-A790-31917BF4FDBB}" dt="2025-12-04T04:43:24.759" v="3646" actId="27636"/>
          <ac:spMkLst>
            <pc:docMk/>
            <pc:sldMk cId="1812135849" sldId="326"/>
            <ac:spMk id="30" creationId="{35214FB1-116E-3133-642A-5C93BAF0D919}"/>
          </ac:spMkLst>
        </pc:spChg>
        <pc:spChg chg="add">
          <ac:chgData name="NGUYEN THI BINH AN(Peace)" userId="1c9bc6a0-715e-4c71-a899-2061e6a9426e" providerId="ADAL" clId="{48F85BB2-DE0D-472A-A790-31917BF4FDBB}" dt="2025-12-04T04:42:14.363" v="3634" actId="26606"/>
          <ac:spMkLst>
            <pc:docMk/>
            <pc:sldMk cId="1812135849" sldId="326"/>
            <ac:spMk id="35" creationId="{5A0118C5-4F8D-4CF4-BADD-53FEACC6C42A}"/>
          </ac:spMkLst>
        </pc:spChg>
        <pc:spChg chg="add del">
          <ac:chgData name="NGUYEN THI BINH AN(Peace)" userId="1c9bc6a0-715e-4c71-a899-2061e6a9426e" providerId="ADAL" clId="{48F85BB2-DE0D-472A-A790-31917BF4FDBB}" dt="2025-12-04T04:42:14.338" v="3633" actId="26606"/>
          <ac:spMkLst>
            <pc:docMk/>
            <pc:sldMk cId="1812135849" sldId="326"/>
            <ac:spMk id="36" creationId="{AE3A741D-C19B-960A-5803-1C5887147820}"/>
          </ac:spMkLst>
        </pc:spChg>
        <pc:spChg chg="add">
          <ac:chgData name="NGUYEN THI BINH AN(Peace)" userId="1c9bc6a0-715e-4c71-a899-2061e6a9426e" providerId="ADAL" clId="{48F85BB2-DE0D-472A-A790-31917BF4FDBB}" dt="2025-12-04T04:42:14.363" v="3634" actId="26606"/>
          <ac:spMkLst>
            <pc:docMk/>
            <pc:sldMk cId="1812135849" sldId="326"/>
            <ac:spMk id="37" creationId="{4E0A5C5C-2A95-428E-9F6A-0D29EBD57C9F}"/>
          </ac:spMkLst>
        </pc:spChg>
        <pc:spChg chg="add del">
          <ac:chgData name="NGUYEN THI BINH AN(Peace)" userId="1c9bc6a0-715e-4c71-a899-2061e6a9426e" providerId="ADAL" clId="{48F85BB2-DE0D-472A-A790-31917BF4FDBB}" dt="2025-12-04T04:42:14.338" v="3633" actId="26606"/>
          <ac:spMkLst>
            <pc:docMk/>
            <pc:sldMk cId="1812135849" sldId="326"/>
            <ac:spMk id="38" creationId="{DC39DE25-0E4E-0AA7-0932-1D78C2372786}"/>
          </ac:spMkLst>
        </pc:spChg>
        <pc:spChg chg="add">
          <ac:chgData name="NGUYEN THI BINH AN(Peace)" userId="1c9bc6a0-715e-4c71-a899-2061e6a9426e" providerId="ADAL" clId="{48F85BB2-DE0D-472A-A790-31917BF4FDBB}" dt="2025-12-04T04:42:14.363" v="3634" actId="26606"/>
          <ac:spMkLst>
            <pc:docMk/>
            <pc:sldMk cId="1812135849" sldId="326"/>
            <ac:spMk id="39" creationId="{1056F38F-7C4E-461D-8709-7D0024AE1F79}"/>
          </ac:spMkLst>
        </pc:spChg>
        <pc:spChg chg="add del">
          <ac:chgData name="NGUYEN THI BINH AN(Peace)" userId="1c9bc6a0-715e-4c71-a899-2061e6a9426e" providerId="ADAL" clId="{48F85BB2-DE0D-472A-A790-31917BF4FDBB}" dt="2025-12-04T04:42:14.338" v="3633" actId="26606"/>
          <ac:spMkLst>
            <pc:docMk/>
            <pc:sldMk cId="1812135849" sldId="326"/>
            <ac:spMk id="40" creationId="{8D6EA299-0840-6DEA-E670-C49AEBC87E89}"/>
          </ac:spMkLst>
        </pc:spChg>
        <pc:spChg chg="add">
          <ac:chgData name="NGUYEN THI BINH AN(Peace)" userId="1c9bc6a0-715e-4c71-a899-2061e6a9426e" providerId="ADAL" clId="{48F85BB2-DE0D-472A-A790-31917BF4FDBB}" dt="2025-12-04T04:42:14.363" v="3634" actId="26606"/>
          <ac:spMkLst>
            <pc:docMk/>
            <pc:sldMk cId="1812135849" sldId="326"/>
            <ac:spMk id="41" creationId="{C7278469-3C3C-49CE-AEEE-E176A4900B78}"/>
          </ac:spMkLst>
        </pc:spChg>
        <pc:spChg chg="add">
          <ac:chgData name="NGUYEN THI BINH AN(Peace)" userId="1c9bc6a0-715e-4c71-a899-2061e6a9426e" providerId="ADAL" clId="{48F85BB2-DE0D-472A-A790-31917BF4FDBB}" dt="2025-12-04T04:42:14.363" v="3634" actId="26606"/>
          <ac:spMkLst>
            <pc:docMk/>
            <pc:sldMk cId="1812135849" sldId="326"/>
            <ac:spMk id="47" creationId="{4C6598AB-1C17-4D54-951C-A082D94ACB7A}"/>
          </ac:spMkLst>
        </pc:spChg>
        <pc:spChg chg="add">
          <ac:chgData name="NGUYEN THI BINH AN(Peace)" userId="1c9bc6a0-715e-4c71-a899-2061e6a9426e" providerId="ADAL" clId="{48F85BB2-DE0D-472A-A790-31917BF4FDBB}" dt="2025-12-04T04:42:14.363" v="3634" actId="26606"/>
          <ac:spMkLst>
            <pc:docMk/>
            <pc:sldMk cId="1812135849" sldId="326"/>
            <ac:spMk id="49" creationId="{C83B66D7-137D-4AC1-B172-53D60F08BEB5}"/>
          </ac:spMkLst>
        </pc:spChg>
        <pc:spChg chg="add">
          <ac:chgData name="NGUYEN THI BINH AN(Peace)" userId="1c9bc6a0-715e-4c71-a899-2061e6a9426e" providerId="ADAL" clId="{48F85BB2-DE0D-472A-A790-31917BF4FDBB}" dt="2025-12-04T04:42:14.363" v="3634" actId="26606"/>
          <ac:spMkLst>
            <pc:docMk/>
            <pc:sldMk cId="1812135849" sldId="326"/>
            <ac:spMk id="51" creationId="{F6B92503-6984-4D15-8B98-8718709B785D}"/>
          </ac:spMkLst>
        </pc:spChg>
        <pc:spChg chg="add">
          <ac:chgData name="NGUYEN THI BINH AN(Peace)" userId="1c9bc6a0-715e-4c71-a899-2061e6a9426e" providerId="ADAL" clId="{48F85BB2-DE0D-472A-A790-31917BF4FDBB}" dt="2025-12-04T04:42:14.363" v="3634" actId="26606"/>
          <ac:spMkLst>
            <pc:docMk/>
            <pc:sldMk cId="1812135849" sldId="326"/>
            <ac:spMk id="53" creationId="{08DDF938-524E-4C18-A47D-C00627832366}"/>
          </ac:spMkLst>
        </pc:spChg>
        <pc:picChg chg="add del">
          <ac:chgData name="NGUYEN THI BINH AN(Peace)" userId="1c9bc6a0-715e-4c71-a899-2061e6a9426e" providerId="ADAL" clId="{48F85BB2-DE0D-472A-A790-31917BF4FDBB}" dt="2025-12-04T04:42:14.338" v="3633" actId="26606"/>
          <ac:picMkLst>
            <pc:docMk/>
            <pc:sldMk cId="1812135849" sldId="326"/>
            <ac:picMk id="32" creationId="{4F4A95D5-5539-5D92-9E78-230C653E7FD4}"/>
          </ac:picMkLst>
        </pc:picChg>
      </pc:sldChg>
      <pc:sldChg chg="add del">
        <pc:chgData name="NGUYEN THI BINH AN(Peace)" userId="1c9bc6a0-715e-4c71-a899-2061e6a9426e" providerId="ADAL" clId="{48F85BB2-DE0D-472A-A790-31917BF4FDBB}" dt="2025-12-04T04:40:07.004" v="3542" actId="2890"/>
        <pc:sldMkLst>
          <pc:docMk/>
          <pc:sldMk cId="4192067183" sldId="326"/>
        </pc:sldMkLst>
      </pc:sldChg>
      <pc:sldChg chg="add del replId">
        <pc:chgData name="NGUYEN THI BINH AN(Peace)" userId="1c9bc6a0-715e-4c71-a899-2061e6a9426e" providerId="ADAL" clId="{48F85BB2-DE0D-472A-A790-31917BF4FDBB}" dt="2025-12-04T04:40:07.004" v="3542" actId="2890"/>
        <pc:sldMkLst>
          <pc:docMk/>
          <pc:sldMk cId="1402429900" sldId="327"/>
        </pc:sldMkLst>
      </pc:sldChg>
      <pc:sldChg chg="modSp add ord">
        <pc:chgData name="NGUYEN THI BINH AN(Peace)" userId="1c9bc6a0-715e-4c71-a899-2061e6a9426e" providerId="ADAL" clId="{48F85BB2-DE0D-472A-A790-31917BF4FDBB}" dt="2025-12-04T07:40:06.218" v="3673" actId="255"/>
        <pc:sldMkLst>
          <pc:docMk/>
          <pc:sldMk cId="3642437395" sldId="327"/>
        </pc:sldMkLst>
        <pc:graphicFrameChg chg="mod">
          <ac:chgData name="NGUYEN THI BINH AN(Peace)" userId="1c9bc6a0-715e-4c71-a899-2061e6a9426e" providerId="ADAL" clId="{48F85BB2-DE0D-472A-A790-31917BF4FDBB}" dt="2025-12-04T07:40:06.218" v="3673" actId="255"/>
          <ac:graphicFrameMkLst>
            <pc:docMk/>
            <pc:sldMk cId="3642437395" sldId="327"/>
            <ac:graphicFrameMk id="5" creationId="{DC1255FC-6A95-2DBC-3AE1-4A4CBF17F797}"/>
          </ac:graphicFrameMkLst>
        </pc:graphicFrameChg>
      </pc:sldChg>
      <pc:sldChg chg="addSp delSp add del setBg delDesignElem">
        <pc:chgData name="NGUYEN THI BINH AN(Peace)" userId="1c9bc6a0-715e-4c71-a899-2061e6a9426e" providerId="ADAL" clId="{48F85BB2-DE0D-472A-A790-31917BF4FDBB}" dt="2025-12-04T07:39:34.913" v="3650"/>
        <pc:sldMkLst>
          <pc:docMk/>
          <pc:sldMk cId="3990140640" sldId="327"/>
        </pc:sldMkLst>
        <pc:spChg chg="add del">
          <ac:chgData name="NGUYEN THI BINH AN(Peace)" userId="1c9bc6a0-715e-4c71-a899-2061e6a9426e" providerId="ADAL" clId="{48F85BB2-DE0D-472A-A790-31917BF4FDBB}" dt="2025-12-04T07:39:34.913" v="3650"/>
          <ac:spMkLst>
            <pc:docMk/>
            <pc:sldMk cId="3990140640" sldId="327"/>
            <ac:spMk id="10" creationId="{EEB7734B-A7B0-AC3E-6F33-74A5BC1914B6}"/>
          </ac:spMkLst>
        </pc:spChg>
        <pc:spChg chg="add del">
          <ac:chgData name="NGUYEN THI BINH AN(Peace)" userId="1c9bc6a0-715e-4c71-a899-2061e6a9426e" providerId="ADAL" clId="{48F85BB2-DE0D-472A-A790-31917BF4FDBB}" dt="2025-12-04T07:39:34.913" v="3650"/>
          <ac:spMkLst>
            <pc:docMk/>
            <pc:sldMk cId="3990140640" sldId="327"/>
            <ac:spMk id="16" creationId="{B08A0B2E-6747-8F66-5719-E13678AC69EA}"/>
          </ac:spMkLst>
        </pc:spChg>
        <pc:grpChg chg="add del">
          <ac:chgData name="NGUYEN THI BINH AN(Peace)" userId="1c9bc6a0-715e-4c71-a899-2061e6a9426e" providerId="ADAL" clId="{48F85BB2-DE0D-472A-A790-31917BF4FDBB}" dt="2025-12-04T07:39:34.913" v="3650"/>
          <ac:grpSpMkLst>
            <pc:docMk/>
            <pc:sldMk cId="3990140640" sldId="327"/>
            <ac:grpSpMk id="12" creationId="{14F2FD57-27A4-9327-5A3A-1596AE32B1A0}"/>
          </ac:grpSpMkLst>
        </pc:grpChg>
        <pc:grpChg chg="add del">
          <ac:chgData name="NGUYEN THI BINH AN(Peace)" userId="1c9bc6a0-715e-4c71-a899-2061e6a9426e" providerId="ADAL" clId="{48F85BB2-DE0D-472A-A790-31917BF4FDBB}" dt="2025-12-04T07:39:34.913" v="3650"/>
          <ac:grpSpMkLst>
            <pc:docMk/>
            <pc:sldMk cId="3990140640" sldId="327"/>
            <ac:grpSpMk id="18" creationId="{3E9046A2-2F09-1CEB-E545-E988AA5B4C7E}"/>
          </ac:grpSpMkLst>
        </pc:grpChg>
        <pc:grpChg chg="add del">
          <ac:chgData name="NGUYEN THI BINH AN(Peace)" userId="1c9bc6a0-715e-4c71-a899-2061e6a9426e" providerId="ADAL" clId="{48F85BB2-DE0D-472A-A790-31917BF4FDBB}" dt="2025-12-04T07:39:34.913" v="3650"/>
          <ac:grpSpMkLst>
            <pc:docMk/>
            <pc:sldMk cId="3990140640" sldId="327"/>
            <ac:grpSpMk id="22" creationId="{DD3F4E0A-030E-FAE0-85C5-19BB2CC163A2}"/>
          </ac:grpSpMkLst>
        </pc:grpChg>
        <pc:grpChg chg="add del">
          <ac:chgData name="NGUYEN THI BINH AN(Peace)" userId="1c9bc6a0-715e-4c71-a899-2061e6a9426e" providerId="ADAL" clId="{48F85BB2-DE0D-472A-A790-31917BF4FDBB}" dt="2025-12-04T07:39:34.913" v="3650"/>
          <ac:grpSpMkLst>
            <pc:docMk/>
            <pc:sldMk cId="3990140640" sldId="327"/>
            <ac:grpSpMk id="37" creationId="{451046A8-A715-EBE7-9FC1-57671AEFD517}"/>
          </ac:grpSpMkLst>
        </pc:grpChg>
      </pc:sldChg>
      <pc:sldChg chg="addSp delSp modSp add mod ord">
        <pc:chgData name="NGUYEN THI BINH AN(Peace)" userId="1c9bc6a0-715e-4c71-a899-2061e6a9426e" providerId="ADAL" clId="{48F85BB2-DE0D-472A-A790-31917BF4FDBB}" dt="2025-12-04T08:26:22.773" v="3700"/>
        <pc:sldMkLst>
          <pc:docMk/>
          <pc:sldMk cId="529971428" sldId="328"/>
        </pc:sldMkLst>
        <pc:spChg chg="del">
          <ac:chgData name="NGUYEN THI BINH AN(Peace)" userId="1c9bc6a0-715e-4c71-a899-2061e6a9426e" providerId="ADAL" clId="{48F85BB2-DE0D-472A-A790-31917BF4FDBB}" dt="2025-12-04T08:26:00.778" v="3693" actId="478"/>
          <ac:spMkLst>
            <pc:docMk/>
            <pc:sldMk cId="529971428" sldId="328"/>
            <ac:spMk id="2" creationId="{2189C7A1-63A1-B26A-11C2-20565E265A93}"/>
          </ac:spMkLst>
        </pc:spChg>
        <pc:spChg chg="add del mod">
          <ac:chgData name="NGUYEN THI BINH AN(Peace)" userId="1c9bc6a0-715e-4c71-a899-2061e6a9426e" providerId="ADAL" clId="{48F85BB2-DE0D-472A-A790-31917BF4FDBB}" dt="2025-12-04T08:26:03.925" v="3694" actId="478"/>
          <ac:spMkLst>
            <pc:docMk/>
            <pc:sldMk cId="529971428" sldId="328"/>
            <ac:spMk id="4" creationId="{BACDF6A8-9BEC-04BA-C43D-5713DB5E2DD2}"/>
          </ac:spMkLst>
        </pc:spChg>
        <pc:spChg chg="del">
          <ac:chgData name="NGUYEN THI BINH AN(Peace)" userId="1c9bc6a0-715e-4c71-a899-2061e6a9426e" providerId="ADAL" clId="{48F85BB2-DE0D-472A-A790-31917BF4FDBB}" dt="2025-12-04T08:26:06.450" v="3695" actId="478"/>
          <ac:spMkLst>
            <pc:docMk/>
            <pc:sldMk cId="529971428" sldId="328"/>
            <ac:spMk id="30" creationId="{E60427AE-376B-696B-B9E6-B1A5DD033463}"/>
          </ac:spMkLst>
        </pc:spChg>
        <pc:spChg chg="del">
          <ac:chgData name="NGUYEN THI BINH AN(Peace)" userId="1c9bc6a0-715e-4c71-a899-2061e6a9426e" providerId="ADAL" clId="{48F85BB2-DE0D-472A-A790-31917BF4FDBB}" dt="2025-12-04T08:26:13.388" v="3697" actId="26606"/>
          <ac:spMkLst>
            <pc:docMk/>
            <pc:sldMk cId="529971428" sldId="328"/>
            <ac:spMk id="35" creationId="{C48F426D-57AB-928F-762F-1C9699DD04D9}"/>
          </ac:spMkLst>
        </pc:spChg>
        <pc:spChg chg="del">
          <ac:chgData name="NGUYEN THI BINH AN(Peace)" userId="1c9bc6a0-715e-4c71-a899-2061e6a9426e" providerId="ADAL" clId="{48F85BB2-DE0D-472A-A790-31917BF4FDBB}" dt="2025-12-04T08:26:13.388" v="3697" actId="26606"/>
          <ac:spMkLst>
            <pc:docMk/>
            <pc:sldMk cId="529971428" sldId="328"/>
            <ac:spMk id="37" creationId="{1A12AD54-3AFE-0D22-19AB-FFD3FB97CCBB}"/>
          </ac:spMkLst>
        </pc:spChg>
        <pc:spChg chg="del">
          <ac:chgData name="NGUYEN THI BINH AN(Peace)" userId="1c9bc6a0-715e-4c71-a899-2061e6a9426e" providerId="ADAL" clId="{48F85BB2-DE0D-472A-A790-31917BF4FDBB}" dt="2025-12-04T08:26:13.388" v="3697" actId="26606"/>
          <ac:spMkLst>
            <pc:docMk/>
            <pc:sldMk cId="529971428" sldId="328"/>
            <ac:spMk id="39" creationId="{2A412244-6222-5B04-6D17-223EFDEA4896}"/>
          </ac:spMkLst>
        </pc:spChg>
        <pc:spChg chg="del">
          <ac:chgData name="NGUYEN THI BINH AN(Peace)" userId="1c9bc6a0-715e-4c71-a899-2061e6a9426e" providerId="ADAL" clId="{48F85BB2-DE0D-472A-A790-31917BF4FDBB}" dt="2025-12-04T08:26:13.388" v="3697" actId="26606"/>
          <ac:spMkLst>
            <pc:docMk/>
            <pc:sldMk cId="529971428" sldId="328"/>
            <ac:spMk id="41" creationId="{36DE5B76-2F13-33F1-7429-F1EE66401BBB}"/>
          </ac:spMkLst>
        </pc:spChg>
        <pc:spChg chg="del">
          <ac:chgData name="NGUYEN THI BINH AN(Peace)" userId="1c9bc6a0-715e-4c71-a899-2061e6a9426e" providerId="ADAL" clId="{48F85BB2-DE0D-472A-A790-31917BF4FDBB}" dt="2025-12-04T08:26:13.388" v="3697" actId="26606"/>
          <ac:spMkLst>
            <pc:docMk/>
            <pc:sldMk cId="529971428" sldId="328"/>
            <ac:spMk id="47" creationId="{19637205-88DF-D0D8-0352-AF3A11043565}"/>
          </ac:spMkLst>
        </pc:spChg>
        <pc:spChg chg="del">
          <ac:chgData name="NGUYEN THI BINH AN(Peace)" userId="1c9bc6a0-715e-4c71-a899-2061e6a9426e" providerId="ADAL" clId="{48F85BB2-DE0D-472A-A790-31917BF4FDBB}" dt="2025-12-04T08:26:13.388" v="3697" actId="26606"/>
          <ac:spMkLst>
            <pc:docMk/>
            <pc:sldMk cId="529971428" sldId="328"/>
            <ac:spMk id="49" creationId="{B6053C3B-714E-5881-6B68-2D69B210FBFE}"/>
          </ac:spMkLst>
        </pc:spChg>
        <pc:spChg chg="del">
          <ac:chgData name="NGUYEN THI BINH AN(Peace)" userId="1c9bc6a0-715e-4c71-a899-2061e6a9426e" providerId="ADAL" clId="{48F85BB2-DE0D-472A-A790-31917BF4FDBB}" dt="2025-12-04T08:26:13.388" v="3697" actId="26606"/>
          <ac:spMkLst>
            <pc:docMk/>
            <pc:sldMk cId="529971428" sldId="328"/>
            <ac:spMk id="51" creationId="{798DEF17-CED0-D8B9-719A-30125AD63FDF}"/>
          </ac:spMkLst>
        </pc:spChg>
        <pc:spChg chg="del">
          <ac:chgData name="NGUYEN THI BINH AN(Peace)" userId="1c9bc6a0-715e-4c71-a899-2061e6a9426e" providerId="ADAL" clId="{48F85BB2-DE0D-472A-A790-31917BF4FDBB}" dt="2025-12-04T08:26:13.388" v="3697" actId="26606"/>
          <ac:spMkLst>
            <pc:docMk/>
            <pc:sldMk cId="529971428" sldId="328"/>
            <ac:spMk id="53" creationId="{84C5D58E-5DEC-7589-BF94-8E07A043863B}"/>
          </ac:spMkLst>
        </pc:spChg>
        <pc:spChg chg="add">
          <ac:chgData name="NGUYEN THI BINH AN(Peace)" userId="1c9bc6a0-715e-4c71-a899-2061e6a9426e" providerId="ADAL" clId="{48F85BB2-DE0D-472A-A790-31917BF4FDBB}" dt="2025-12-04T08:26:13.388" v="3697" actId="26606"/>
          <ac:spMkLst>
            <pc:docMk/>
            <pc:sldMk cId="529971428" sldId="328"/>
            <ac:spMk id="65" creationId="{32BC26D8-82FB-445E-AA49-62A77D7C1EE0}"/>
          </ac:spMkLst>
        </pc:spChg>
        <pc:spChg chg="add">
          <ac:chgData name="NGUYEN THI BINH AN(Peace)" userId="1c9bc6a0-715e-4c71-a899-2061e6a9426e" providerId="ADAL" clId="{48F85BB2-DE0D-472A-A790-31917BF4FDBB}" dt="2025-12-04T08:26:13.388" v="3697" actId="26606"/>
          <ac:spMkLst>
            <pc:docMk/>
            <pc:sldMk cId="529971428" sldId="328"/>
            <ac:spMk id="67" creationId="{CB44330D-EA18-4254-AA95-EB49948539B8}"/>
          </ac:spMkLst>
        </pc:spChg>
        <pc:picChg chg="add mod">
          <ac:chgData name="NGUYEN THI BINH AN(Peace)" userId="1c9bc6a0-715e-4c71-a899-2061e6a9426e" providerId="ADAL" clId="{48F85BB2-DE0D-472A-A790-31917BF4FDBB}" dt="2025-12-04T08:26:18.371" v="3698" actId="27614"/>
          <ac:picMkLst>
            <pc:docMk/>
            <pc:sldMk cId="529971428" sldId="328"/>
            <ac:picMk id="6" creationId="{BCEEBC84-F037-84F9-CF42-02C6C516D822}"/>
          </ac:picMkLst>
        </pc:picChg>
      </pc:sldChg>
      <pc:sldChg chg="add del replId">
        <pc:chgData name="NGUYEN THI BINH AN(Peace)" userId="1c9bc6a0-715e-4c71-a899-2061e6a9426e" providerId="ADAL" clId="{48F85BB2-DE0D-472A-A790-31917BF4FDBB}" dt="2025-12-04T04:40:07.004" v="3542" actId="2890"/>
        <pc:sldMkLst>
          <pc:docMk/>
          <pc:sldMk cId="2640050333" sldId="328"/>
        </pc:sldMkLst>
      </pc:sldChg>
      <pc:sldChg chg="addSp delSp modSp add mod ord">
        <pc:chgData name="NGUYEN THI BINH AN(Peace)" userId="1c9bc6a0-715e-4c71-a899-2061e6a9426e" providerId="ADAL" clId="{48F85BB2-DE0D-472A-A790-31917BF4FDBB}" dt="2025-12-04T08:37:46.017" v="3831" actId="120"/>
        <pc:sldMkLst>
          <pc:docMk/>
          <pc:sldMk cId="1962065943" sldId="329"/>
        </pc:sldMkLst>
        <pc:spChg chg="add del mod">
          <ac:chgData name="NGUYEN THI BINH AN(Peace)" userId="1c9bc6a0-715e-4c71-a899-2061e6a9426e" providerId="ADAL" clId="{48F85BB2-DE0D-472A-A790-31917BF4FDBB}" dt="2025-12-04T08:31:41.424" v="3716" actId="478"/>
          <ac:spMkLst>
            <pc:docMk/>
            <pc:sldMk cId="1962065943" sldId="329"/>
            <ac:spMk id="4" creationId="{8786285D-27D6-A5BE-29FA-EF9DAA7041DB}"/>
          </ac:spMkLst>
        </pc:spChg>
        <pc:spChg chg="add mod">
          <ac:chgData name="NGUYEN THI BINH AN(Peace)" userId="1c9bc6a0-715e-4c71-a899-2061e6a9426e" providerId="ADAL" clId="{48F85BB2-DE0D-472A-A790-31917BF4FDBB}" dt="2025-12-04T08:35:31.099" v="3780" actId="20577"/>
          <ac:spMkLst>
            <pc:docMk/>
            <pc:sldMk cId="1962065943" sldId="329"/>
            <ac:spMk id="6" creationId="{BDFB9637-7A85-9341-31D8-500E2DB78D14}"/>
          </ac:spMkLst>
        </pc:spChg>
        <pc:spChg chg="add mod">
          <ac:chgData name="NGUYEN THI BINH AN(Peace)" userId="1c9bc6a0-715e-4c71-a899-2061e6a9426e" providerId="ADAL" clId="{48F85BB2-DE0D-472A-A790-31917BF4FDBB}" dt="2025-12-04T08:37:46.017" v="3831" actId="120"/>
          <ac:spMkLst>
            <pc:docMk/>
            <pc:sldMk cId="1962065943" sldId="329"/>
            <ac:spMk id="7" creationId="{0C1ADED1-41C4-8FF3-A624-B64A4CA3E8A4}"/>
          </ac:spMkLst>
        </pc:spChg>
        <pc:graphicFrameChg chg="del">
          <ac:chgData name="NGUYEN THI BINH AN(Peace)" userId="1c9bc6a0-715e-4c71-a899-2061e6a9426e" providerId="ADAL" clId="{48F85BB2-DE0D-472A-A790-31917BF4FDBB}" dt="2025-12-04T08:31:36.895" v="3715" actId="478"/>
          <ac:graphicFrameMkLst>
            <pc:docMk/>
            <pc:sldMk cId="1962065943" sldId="329"/>
            <ac:graphicFrameMk id="5" creationId="{5C0652E5-699C-D992-E5DA-24A0EBE690D8}"/>
          </ac:graphicFrameMkLst>
        </pc:graphicFrameChg>
      </pc:sldChg>
      <pc:sldChg chg="add del replId">
        <pc:chgData name="NGUYEN THI BINH AN(Peace)" userId="1c9bc6a0-715e-4c71-a899-2061e6a9426e" providerId="ADAL" clId="{48F85BB2-DE0D-472A-A790-31917BF4FDBB}" dt="2025-12-04T04:40:07.004" v="3542" actId="2890"/>
        <pc:sldMkLst>
          <pc:docMk/>
          <pc:sldMk cId="3196605533" sldId="329"/>
        </pc:sldMkLst>
      </pc:sldChg>
      <pc:sldChg chg="addSp delSp modSp add mod ord">
        <pc:chgData name="NGUYEN THI BINH AN(Peace)" userId="1c9bc6a0-715e-4c71-a899-2061e6a9426e" providerId="ADAL" clId="{48F85BB2-DE0D-472A-A790-31917BF4FDBB}" dt="2025-12-05T03:18:18.205" v="4060" actId="1076"/>
        <pc:sldMkLst>
          <pc:docMk/>
          <pc:sldMk cId="862471572" sldId="330"/>
        </pc:sldMkLst>
        <pc:spChg chg="mod">
          <ac:chgData name="NGUYEN THI BINH AN(Peace)" userId="1c9bc6a0-715e-4c71-a899-2061e6a9426e" providerId="ADAL" clId="{48F85BB2-DE0D-472A-A790-31917BF4FDBB}" dt="2025-12-05T03:17:48.356" v="4055" actId="2711"/>
          <ac:spMkLst>
            <pc:docMk/>
            <pc:sldMk cId="862471572" sldId="330"/>
            <ac:spMk id="2" creationId="{17F782DF-E4B5-7ABD-2AE6-353CA66338F0}"/>
          </ac:spMkLst>
        </pc:spChg>
        <pc:spChg chg="mod">
          <ac:chgData name="NGUYEN THI BINH AN(Peace)" userId="1c9bc6a0-715e-4c71-a899-2061e6a9426e" providerId="ADAL" clId="{48F85BB2-DE0D-472A-A790-31917BF4FDBB}" dt="2025-12-05T03:18:18.205" v="4060" actId="1076"/>
          <ac:spMkLst>
            <pc:docMk/>
            <pc:sldMk cId="862471572" sldId="330"/>
            <ac:spMk id="6" creationId="{85A14758-8115-9EE3-2941-77A30721AB8A}"/>
          </ac:spMkLst>
        </pc:spChg>
        <pc:spChg chg="del">
          <ac:chgData name="NGUYEN THI BINH AN(Peace)" userId="1c9bc6a0-715e-4c71-a899-2061e6a9426e" providerId="ADAL" clId="{48F85BB2-DE0D-472A-A790-31917BF4FDBB}" dt="2025-12-04T10:09:35.739" v="3874" actId="478"/>
          <ac:spMkLst>
            <pc:docMk/>
            <pc:sldMk cId="862471572" sldId="330"/>
            <ac:spMk id="7" creationId="{6A718FF1-6964-52ED-88DD-8EBCE83D8F2A}"/>
          </ac:spMkLst>
        </pc:spChg>
        <pc:spChg chg="add del">
          <ac:chgData name="NGUYEN THI BINH AN(Peace)" userId="1c9bc6a0-715e-4c71-a899-2061e6a9426e" providerId="ADAL" clId="{48F85BB2-DE0D-472A-A790-31917BF4FDBB}" dt="2025-12-05T03:17:37.030" v="4054" actId="26606"/>
          <ac:spMkLst>
            <pc:docMk/>
            <pc:sldMk cId="862471572" sldId="330"/>
            <ac:spMk id="10" creationId="{673B529A-CA4C-198F-08A9-A426E43BAA91}"/>
          </ac:spMkLst>
        </pc:spChg>
        <pc:spChg chg="add del">
          <ac:chgData name="NGUYEN THI BINH AN(Peace)" userId="1c9bc6a0-715e-4c71-a899-2061e6a9426e" providerId="ADAL" clId="{48F85BB2-DE0D-472A-A790-31917BF4FDBB}" dt="2025-12-05T03:17:37.030" v="4054" actId="26606"/>
          <ac:spMkLst>
            <pc:docMk/>
            <pc:sldMk cId="862471572" sldId="330"/>
            <ac:spMk id="16" creationId="{5EA805CC-A75E-C6A8-E753-D46B44136333}"/>
          </ac:spMkLst>
        </pc:spChg>
        <pc:spChg chg="add del">
          <ac:chgData name="NGUYEN THI BINH AN(Peace)" userId="1c9bc6a0-715e-4c71-a899-2061e6a9426e" providerId="ADAL" clId="{48F85BB2-DE0D-472A-A790-31917BF4FDBB}" dt="2025-12-05T03:17:15.213" v="4047" actId="26606"/>
          <ac:spMkLst>
            <pc:docMk/>
            <pc:sldMk cId="862471572" sldId="330"/>
            <ac:spMk id="55" creationId="{B95B9BA8-1D69-4796-85F5-B6D0BD52354B}"/>
          </ac:spMkLst>
        </pc:spChg>
        <pc:spChg chg="add del">
          <ac:chgData name="NGUYEN THI BINH AN(Peace)" userId="1c9bc6a0-715e-4c71-a899-2061e6a9426e" providerId="ADAL" clId="{48F85BB2-DE0D-472A-A790-31917BF4FDBB}" dt="2025-12-05T03:17:25.802" v="4049" actId="26606"/>
          <ac:spMkLst>
            <pc:docMk/>
            <pc:sldMk cId="862471572" sldId="330"/>
            <ac:spMk id="57" creationId="{CD8B4F24-440B-49E9-B85D-733523DC064B}"/>
          </ac:spMkLst>
        </pc:spChg>
        <pc:spChg chg="add del">
          <ac:chgData name="NGUYEN THI BINH AN(Peace)" userId="1c9bc6a0-715e-4c71-a899-2061e6a9426e" providerId="ADAL" clId="{48F85BB2-DE0D-472A-A790-31917BF4FDBB}" dt="2025-12-05T03:17:25.802" v="4049" actId="26606"/>
          <ac:spMkLst>
            <pc:docMk/>
            <pc:sldMk cId="862471572" sldId="330"/>
            <ac:spMk id="58" creationId="{2B97F24A-32CE-4C1C-A50D-3016B394DCFB}"/>
          </ac:spMkLst>
        </pc:spChg>
        <pc:spChg chg="add">
          <ac:chgData name="NGUYEN THI BINH AN(Peace)" userId="1c9bc6a0-715e-4c71-a899-2061e6a9426e" providerId="ADAL" clId="{48F85BB2-DE0D-472A-A790-31917BF4FDBB}" dt="2025-12-05T03:17:37.030" v="4054" actId="26606"/>
          <ac:spMkLst>
            <pc:docMk/>
            <pc:sldMk cId="862471572" sldId="330"/>
            <ac:spMk id="59" creationId="{E659831F-0D9A-4C63-9EBB-8435B85A440F}"/>
          </ac:spMkLst>
        </pc:spChg>
        <pc:spChg chg="add del">
          <ac:chgData name="NGUYEN THI BINH AN(Peace)" userId="1c9bc6a0-715e-4c71-a899-2061e6a9426e" providerId="ADAL" clId="{48F85BB2-DE0D-472A-A790-31917BF4FDBB}" dt="2025-12-05T03:17:32.228" v="4051" actId="26606"/>
          <ac:spMkLst>
            <pc:docMk/>
            <pc:sldMk cId="862471572" sldId="330"/>
            <ac:spMk id="60" creationId="{913AE63C-D5B4-45D1-ACFC-648CFFCF9805}"/>
          </ac:spMkLst>
        </pc:spChg>
        <pc:spChg chg="add del">
          <ac:chgData name="NGUYEN THI BINH AN(Peace)" userId="1c9bc6a0-715e-4c71-a899-2061e6a9426e" providerId="ADAL" clId="{48F85BB2-DE0D-472A-A790-31917BF4FDBB}" dt="2025-12-05T03:17:32.228" v="4051" actId="26606"/>
          <ac:spMkLst>
            <pc:docMk/>
            <pc:sldMk cId="862471572" sldId="330"/>
            <ac:spMk id="61" creationId="{D1945E2A-ABF1-415C-B37A-BD0A5C199036}"/>
          </ac:spMkLst>
        </pc:spChg>
        <pc:spChg chg="add del">
          <ac:chgData name="NGUYEN THI BINH AN(Peace)" userId="1c9bc6a0-715e-4c71-a899-2061e6a9426e" providerId="ADAL" clId="{48F85BB2-DE0D-472A-A790-31917BF4FDBB}" dt="2025-12-05T03:17:37.011" v="4053" actId="26606"/>
          <ac:spMkLst>
            <pc:docMk/>
            <pc:sldMk cId="862471572" sldId="330"/>
            <ac:spMk id="73" creationId="{2B97F24A-32CE-4C1C-A50D-3016B394DCFB}"/>
          </ac:spMkLst>
        </pc:spChg>
        <pc:spChg chg="add del">
          <ac:chgData name="NGUYEN THI BINH AN(Peace)" userId="1c9bc6a0-715e-4c71-a899-2061e6a9426e" providerId="ADAL" clId="{48F85BB2-DE0D-472A-A790-31917BF4FDBB}" dt="2025-12-05T03:17:37.011" v="4053" actId="26606"/>
          <ac:spMkLst>
            <pc:docMk/>
            <pc:sldMk cId="862471572" sldId="330"/>
            <ac:spMk id="74" creationId="{CD8B4F24-440B-49E9-B85D-733523DC064B}"/>
          </ac:spMkLst>
        </pc:spChg>
        <pc:spChg chg="add">
          <ac:chgData name="NGUYEN THI BINH AN(Peace)" userId="1c9bc6a0-715e-4c71-a899-2061e6a9426e" providerId="ADAL" clId="{48F85BB2-DE0D-472A-A790-31917BF4FDBB}" dt="2025-12-05T03:17:37.030" v="4054" actId="26606"/>
          <ac:spMkLst>
            <pc:docMk/>
            <pc:sldMk cId="862471572" sldId="330"/>
            <ac:spMk id="76" creationId="{058A14AF-9FB5-4CC7-BA35-E8E85D3EDF0E}"/>
          </ac:spMkLst>
        </pc:spChg>
        <pc:spChg chg="add">
          <ac:chgData name="NGUYEN THI BINH AN(Peace)" userId="1c9bc6a0-715e-4c71-a899-2061e6a9426e" providerId="ADAL" clId="{48F85BB2-DE0D-472A-A790-31917BF4FDBB}" dt="2025-12-05T03:17:37.030" v="4054" actId="26606"/>
          <ac:spMkLst>
            <pc:docMk/>
            <pc:sldMk cId="862471572" sldId="330"/>
            <ac:spMk id="77" creationId="{3A9A4357-BD1D-4622-A4FE-766E6AB8DE84}"/>
          </ac:spMkLst>
        </pc:spChg>
        <pc:spChg chg="add">
          <ac:chgData name="NGUYEN THI BINH AN(Peace)" userId="1c9bc6a0-715e-4c71-a899-2061e6a9426e" providerId="ADAL" clId="{48F85BB2-DE0D-472A-A790-31917BF4FDBB}" dt="2025-12-05T03:17:37.030" v="4054" actId="26606"/>
          <ac:spMkLst>
            <pc:docMk/>
            <pc:sldMk cId="862471572" sldId="330"/>
            <ac:spMk id="78" creationId="{E6995CE5-F890-4ABA-82A2-26507CE8D2A3}"/>
          </ac:spMkLst>
        </pc:spChg>
        <pc:grpChg chg="add del">
          <ac:chgData name="NGUYEN THI BINH AN(Peace)" userId="1c9bc6a0-715e-4c71-a899-2061e6a9426e" providerId="ADAL" clId="{48F85BB2-DE0D-472A-A790-31917BF4FDBB}" dt="2025-12-05T03:17:37.030" v="4054" actId="26606"/>
          <ac:grpSpMkLst>
            <pc:docMk/>
            <pc:sldMk cId="862471572" sldId="330"/>
            <ac:grpSpMk id="12" creationId="{8E5A9B40-2C44-164B-288A-9BE4E9EF0A76}"/>
          </ac:grpSpMkLst>
        </pc:grpChg>
        <pc:grpChg chg="add del">
          <ac:chgData name="NGUYEN THI BINH AN(Peace)" userId="1c9bc6a0-715e-4c71-a899-2061e6a9426e" providerId="ADAL" clId="{48F85BB2-DE0D-472A-A790-31917BF4FDBB}" dt="2025-12-05T03:17:32.242" v="4052" actId="26606"/>
          <ac:grpSpMkLst>
            <pc:docMk/>
            <pc:sldMk cId="862471572" sldId="330"/>
            <ac:grpSpMk id="18" creationId="{DFCFD0BC-0C20-415F-8FB0-342BAA5D39D3}"/>
          </ac:grpSpMkLst>
        </pc:grpChg>
        <pc:grpChg chg="add del">
          <ac:chgData name="NGUYEN THI BINH AN(Peace)" userId="1c9bc6a0-715e-4c71-a899-2061e6a9426e" providerId="ADAL" clId="{48F85BB2-DE0D-472A-A790-31917BF4FDBB}" dt="2025-12-05T03:17:37.011" v="4053" actId="26606"/>
          <ac:grpSpMkLst>
            <pc:docMk/>
            <pc:sldMk cId="862471572" sldId="330"/>
            <ac:grpSpMk id="22" creationId="{7E149C91-0C0F-5187-117F-DE62BB14AFCB}"/>
          </ac:grpSpMkLst>
        </pc:grpChg>
        <pc:grpChg chg="add del">
          <ac:chgData name="NGUYEN THI BINH AN(Peace)" userId="1c9bc6a0-715e-4c71-a899-2061e6a9426e" providerId="ADAL" clId="{48F85BB2-DE0D-472A-A790-31917BF4FDBB}" dt="2025-12-05T03:17:37.011" v="4053" actId="26606"/>
          <ac:grpSpMkLst>
            <pc:docMk/>
            <pc:sldMk cId="862471572" sldId="330"/>
            <ac:grpSpMk id="37" creationId="{CD18CA3C-BE6C-FC1D-8097-E64D58074269}"/>
          </ac:grpSpMkLst>
        </pc:grpChg>
        <pc:grpChg chg="add del">
          <ac:chgData name="NGUYEN THI BINH AN(Peace)" userId="1c9bc6a0-715e-4c71-a899-2061e6a9426e" providerId="ADAL" clId="{48F85BB2-DE0D-472A-A790-31917BF4FDBB}" dt="2025-12-05T03:17:32.228" v="4051" actId="26606"/>
          <ac:grpSpMkLst>
            <pc:docMk/>
            <pc:sldMk cId="862471572" sldId="330"/>
            <ac:grpSpMk id="63" creationId="{BCCEE623-F22A-4681-990C-036558C13556}"/>
          </ac:grpSpMkLst>
        </pc:grpChg>
        <pc:picChg chg="add mod ord">
          <ac:chgData name="NGUYEN THI BINH AN(Peace)" userId="1c9bc6a0-715e-4c71-a899-2061e6a9426e" providerId="ADAL" clId="{48F85BB2-DE0D-472A-A790-31917BF4FDBB}" dt="2025-12-05T03:17:37.030" v="4054" actId="26606"/>
          <ac:picMkLst>
            <pc:docMk/>
            <pc:sldMk cId="862471572" sldId="330"/>
            <ac:picMk id="4" creationId="{780AEC28-14DB-1259-9255-95136DBA81E6}"/>
          </ac:picMkLst>
        </pc:picChg>
      </pc:sldChg>
      <pc:sldChg chg="add del replId">
        <pc:chgData name="NGUYEN THI BINH AN(Peace)" userId="1c9bc6a0-715e-4c71-a899-2061e6a9426e" providerId="ADAL" clId="{48F85BB2-DE0D-472A-A790-31917BF4FDBB}" dt="2025-12-04T04:40:07.004" v="3542" actId="2890"/>
        <pc:sldMkLst>
          <pc:docMk/>
          <pc:sldMk cId="1733421478" sldId="330"/>
        </pc:sldMkLst>
      </pc:sldChg>
      <pc:sldChg chg="add del replId">
        <pc:chgData name="NGUYEN THI BINH AN(Peace)" userId="1c9bc6a0-715e-4c71-a899-2061e6a9426e" providerId="ADAL" clId="{48F85BB2-DE0D-472A-A790-31917BF4FDBB}" dt="2025-12-04T04:40:07.004" v="3542" actId="2890"/>
        <pc:sldMkLst>
          <pc:docMk/>
          <pc:sldMk cId="2585093792" sldId="331"/>
        </pc:sldMkLst>
      </pc:sldChg>
      <pc:sldChg chg="add">
        <pc:chgData name="NGUYEN THI BINH AN(Peace)" userId="1c9bc6a0-715e-4c71-a899-2061e6a9426e" providerId="ADAL" clId="{48F85BB2-DE0D-472A-A790-31917BF4FDBB}" dt="2025-12-05T03:01:21.656" v="3919" actId="2890"/>
        <pc:sldMkLst>
          <pc:docMk/>
          <pc:sldMk cId="3147716438" sldId="331"/>
        </pc:sldMkLst>
      </pc:sldChg>
      <pc:sldChg chg="modSp add mod ord">
        <pc:chgData name="NGUYEN THI BINH AN(Peace)" userId="1c9bc6a0-715e-4c71-a899-2061e6a9426e" providerId="ADAL" clId="{48F85BB2-DE0D-472A-A790-31917BF4FDBB}" dt="2025-12-05T03:23:45.675" v="4075"/>
        <pc:sldMkLst>
          <pc:docMk/>
          <pc:sldMk cId="1598782100" sldId="332"/>
        </pc:sldMkLst>
        <pc:spChg chg="mod">
          <ac:chgData name="NGUYEN THI BINH AN(Peace)" userId="1c9bc6a0-715e-4c71-a899-2061e6a9426e" providerId="ADAL" clId="{48F85BB2-DE0D-472A-A790-31917BF4FDBB}" dt="2025-12-05T03:19:29.755" v="4071" actId="20577"/>
          <ac:spMkLst>
            <pc:docMk/>
            <pc:sldMk cId="1598782100" sldId="332"/>
            <ac:spMk id="2" creationId="{D9946CF4-66D7-CA21-E3CB-6F8C26E141EC}"/>
          </ac:spMkLst>
        </pc:spChg>
      </pc:sldChg>
      <pc:sldChg chg="add del replId">
        <pc:chgData name="NGUYEN THI BINH AN(Peace)" userId="1c9bc6a0-715e-4c71-a899-2061e6a9426e" providerId="ADAL" clId="{48F85BB2-DE0D-472A-A790-31917BF4FDBB}" dt="2025-12-04T04:40:07.004" v="3542" actId="2890"/>
        <pc:sldMkLst>
          <pc:docMk/>
          <pc:sldMk cId="3348302825" sldId="332"/>
        </pc:sldMkLst>
      </pc:sldChg>
      <pc:sldChg chg="add del replId">
        <pc:chgData name="NGUYEN THI BINH AN(Peace)" userId="1c9bc6a0-715e-4c71-a899-2061e6a9426e" providerId="ADAL" clId="{48F85BB2-DE0D-472A-A790-31917BF4FDBB}" dt="2025-12-04T04:40:07.004" v="3542" actId="2890"/>
        <pc:sldMkLst>
          <pc:docMk/>
          <pc:sldMk cId="2239560428" sldId="333"/>
        </pc:sldMkLst>
      </pc:sldChg>
      <pc:sldChg chg="add del replId">
        <pc:chgData name="NGUYEN THI BINH AN(Peace)" userId="1c9bc6a0-715e-4c71-a899-2061e6a9426e" providerId="ADAL" clId="{48F85BB2-DE0D-472A-A790-31917BF4FDBB}" dt="2025-12-04T04:40:07.004" v="3542" actId="2890"/>
        <pc:sldMkLst>
          <pc:docMk/>
          <pc:sldMk cId="259017312" sldId="334"/>
        </pc:sldMkLst>
      </pc:sldChg>
      <pc:sldChg chg="add del replId">
        <pc:chgData name="NGUYEN THI BINH AN(Peace)" userId="1c9bc6a0-715e-4c71-a899-2061e6a9426e" providerId="ADAL" clId="{48F85BB2-DE0D-472A-A790-31917BF4FDBB}" dt="2025-12-04T04:40:07.004" v="3542" actId="2890"/>
        <pc:sldMkLst>
          <pc:docMk/>
          <pc:sldMk cId="3570445855" sldId="335"/>
        </pc:sldMkLst>
      </pc:sldChg>
      <pc:sldChg chg="add del replId">
        <pc:chgData name="NGUYEN THI BINH AN(Peace)" userId="1c9bc6a0-715e-4c71-a899-2061e6a9426e" providerId="ADAL" clId="{48F85BB2-DE0D-472A-A790-31917BF4FDBB}" dt="2025-12-04T04:40:07.004" v="3542" actId="2890"/>
        <pc:sldMkLst>
          <pc:docMk/>
          <pc:sldMk cId="2396080218" sldId="336"/>
        </pc:sldMkLst>
      </pc:sldChg>
      <pc:sldChg chg="add del replId">
        <pc:chgData name="NGUYEN THI BINH AN(Peace)" userId="1c9bc6a0-715e-4c71-a899-2061e6a9426e" providerId="ADAL" clId="{48F85BB2-DE0D-472A-A790-31917BF4FDBB}" dt="2025-12-04T04:40:07.004" v="3542" actId="2890"/>
        <pc:sldMkLst>
          <pc:docMk/>
          <pc:sldMk cId="1718902920" sldId="337"/>
        </pc:sldMkLst>
      </pc:sldChg>
      <pc:sldChg chg="add del replId">
        <pc:chgData name="NGUYEN THI BINH AN(Peace)" userId="1c9bc6a0-715e-4c71-a899-2061e6a9426e" providerId="ADAL" clId="{48F85BB2-DE0D-472A-A790-31917BF4FDBB}" dt="2025-12-04T04:40:07.004" v="3542" actId="2890"/>
        <pc:sldMkLst>
          <pc:docMk/>
          <pc:sldMk cId="2013925058" sldId="338"/>
        </pc:sldMkLst>
      </pc:sldChg>
      <pc:sldChg chg="add del replId">
        <pc:chgData name="NGUYEN THI BINH AN(Peace)" userId="1c9bc6a0-715e-4c71-a899-2061e6a9426e" providerId="ADAL" clId="{48F85BB2-DE0D-472A-A790-31917BF4FDBB}" dt="2025-12-04T04:40:07.004" v="3542" actId="2890"/>
        <pc:sldMkLst>
          <pc:docMk/>
          <pc:sldMk cId="4134109681" sldId="339"/>
        </pc:sldMkLst>
      </pc:sldChg>
      <pc:sldChg chg="add del replId">
        <pc:chgData name="NGUYEN THI BINH AN(Peace)" userId="1c9bc6a0-715e-4c71-a899-2061e6a9426e" providerId="ADAL" clId="{48F85BB2-DE0D-472A-A790-31917BF4FDBB}" dt="2025-12-04T04:40:07.004" v="3542" actId="2890"/>
        <pc:sldMkLst>
          <pc:docMk/>
          <pc:sldMk cId="4277833467" sldId="340"/>
        </pc:sldMkLst>
      </pc:sldChg>
      <pc:sldChg chg="add del replId">
        <pc:chgData name="NGUYEN THI BINH AN(Peace)" userId="1c9bc6a0-715e-4c71-a899-2061e6a9426e" providerId="ADAL" clId="{48F85BB2-DE0D-472A-A790-31917BF4FDBB}" dt="2025-12-04T04:40:07.004" v="3542" actId="2890"/>
        <pc:sldMkLst>
          <pc:docMk/>
          <pc:sldMk cId="2980175430" sldId="341"/>
        </pc:sldMkLst>
      </pc:sldChg>
      <pc:sldChg chg="add del replId">
        <pc:chgData name="NGUYEN THI BINH AN(Peace)" userId="1c9bc6a0-715e-4c71-a899-2061e6a9426e" providerId="ADAL" clId="{48F85BB2-DE0D-472A-A790-31917BF4FDBB}" dt="2025-12-04T04:40:07.004" v="3542" actId="2890"/>
        <pc:sldMkLst>
          <pc:docMk/>
          <pc:sldMk cId="1322648754" sldId="342"/>
        </pc:sldMkLst>
      </pc:sldChg>
      <pc:sldChg chg="add del replId">
        <pc:chgData name="NGUYEN THI BINH AN(Peace)" userId="1c9bc6a0-715e-4c71-a899-2061e6a9426e" providerId="ADAL" clId="{48F85BB2-DE0D-472A-A790-31917BF4FDBB}" dt="2025-12-04T04:40:07.004" v="3542" actId="2890"/>
        <pc:sldMkLst>
          <pc:docMk/>
          <pc:sldMk cId="2463898390" sldId="343"/>
        </pc:sldMkLst>
      </pc:sldChg>
      <pc:sldChg chg="add del replId">
        <pc:chgData name="NGUYEN THI BINH AN(Peace)" userId="1c9bc6a0-715e-4c71-a899-2061e6a9426e" providerId="ADAL" clId="{48F85BB2-DE0D-472A-A790-31917BF4FDBB}" dt="2025-12-04T04:40:07.004" v="3542" actId="2890"/>
        <pc:sldMkLst>
          <pc:docMk/>
          <pc:sldMk cId="504516056" sldId="344"/>
        </pc:sldMkLst>
      </pc:sldChg>
      <pc:sldChg chg="add del replId">
        <pc:chgData name="NGUYEN THI BINH AN(Peace)" userId="1c9bc6a0-715e-4c71-a899-2061e6a9426e" providerId="ADAL" clId="{48F85BB2-DE0D-472A-A790-31917BF4FDBB}" dt="2025-12-04T04:40:07.004" v="3542" actId="2890"/>
        <pc:sldMkLst>
          <pc:docMk/>
          <pc:sldMk cId="3937311780" sldId="345"/>
        </pc:sldMkLst>
      </pc:sldChg>
      <pc:sldChg chg="add del replId">
        <pc:chgData name="NGUYEN THI BINH AN(Peace)" userId="1c9bc6a0-715e-4c71-a899-2061e6a9426e" providerId="ADAL" clId="{48F85BB2-DE0D-472A-A790-31917BF4FDBB}" dt="2025-12-04T04:40:07.004" v="3542" actId="2890"/>
        <pc:sldMkLst>
          <pc:docMk/>
          <pc:sldMk cId="2356502119" sldId="346"/>
        </pc:sldMkLst>
      </pc:sldChg>
      <pc:sldChg chg="add del replId">
        <pc:chgData name="NGUYEN THI BINH AN(Peace)" userId="1c9bc6a0-715e-4c71-a899-2061e6a9426e" providerId="ADAL" clId="{48F85BB2-DE0D-472A-A790-31917BF4FDBB}" dt="2025-12-04T04:40:07.004" v="3542" actId="2890"/>
        <pc:sldMkLst>
          <pc:docMk/>
          <pc:sldMk cId="1943942797" sldId="347"/>
        </pc:sldMkLst>
      </pc:sldChg>
    </pc:docChg>
  </pc:docChgLst>
  <pc:docChgLst>
    <pc:chgData name="NGUYEN THI BINH AN(Peace)" userId="S::an.ntb@lgcns.com::1c9bc6a0-715e-4c71-a899-2061e6a9426e" providerId="AD" clId="Web-{60242631-D220-FC53-8259-2EA90C6C7D1D}"/>
    <pc:docChg chg="modSld">
      <pc:chgData name="NGUYEN THI BINH AN(Peace)" userId="S::an.ntb@lgcns.com::1c9bc6a0-715e-4c71-a899-2061e6a9426e" providerId="AD" clId="Web-{60242631-D220-FC53-8259-2EA90C6C7D1D}" dt="2025-12-03T05:02:42.327" v="10"/>
      <pc:docMkLst>
        <pc:docMk/>
      </pc:docMkLst>
      <pc:sldChg chg="addSp delSp modSp mod setBg setClrOvrMap">
        <pc:chgData name="NGUYEN THI BINH AN(Peace)" userId="S::an.ntb@lgcns.com::1c9bc6a0-715e-4c71-a899-2061e6a9426e" providerId="AD" clId="Web-{60242631-D220-FC53-8259-2EA90C6C7D1D}" dt="2025-12-03T05:02:42.327" v="10"/>
        <pc:sldMkLst>
          <pc:docMk/>
          <pc:sldMk cId="1568431361" sldId="264"/>
        </pc:sldMkLst>
        <pc:spChg chg="mod">
          <ac:chgData name="NGUYEN THI BINH AN(Peace)" userId="S::an.ntb@lgcns.com::1c9bc6a0-715e-4c71-a899-2061e6a9426e" providerId="AD" clId="Web-{60242631-D220-FC53-8259-2EA90C6C7D1D}" dt="2025-12-03T05:02:42.327" v="10"/>
          <ac:spMkLst>
            <pc:docMk/>
            <pc:sldMk cId="1568431361" sldId="264"/>
            <ac:spMk id="2" creationId="{00000000-0000-0000-0000-000000000000}"/>
          </ac:spMkLst>
        </pc:spChg>
        <pc:spChg chg="mod">
          <ac:chgData name="NGUYEN THI BINH AN(Peace)" userId="S::an.ntb@lgcns.com::1c9bc6a0-715e-4c71-a899-2061e6a9426e" providerId="AD" clId="Web-{60242631-D220-FC53-8259-2EA90C6C7D1D}" dt="2025-12-03T05:02:42.327" v="10"/>
          <ac:spMkLst>
            <pc:docMk/>
            <pc:sldMk cId="1568431361" sldId="264"/>
            <ac:spMk id="3" creationId="{00000000-0000-0000-0000-000000000000}"/>
          </ac:spMkLst>
        </pc:spChg>
        <pc:spChg chg="add">
          <ac:chgData name="NGUYEN THI BINH AN(Peace)" userId="S::an.ntb@lgcns.com::1c9bc6a0-715e-4c71-a899-2061e6a9426e" providerId="AD" clId="Web-{60242631-D220-FC53-8259-2EA90C6C7D1D}" dt="2025-12-03T05:02:42.327" v="10"/>
          <ac:spMkLst>
            <pc:docMk/>
            <pc:sldMk cId="1568431361" sldId="264"/>
            <ac:spMk id="37" creationId="{ECC07320-C2CA-4E29-8481-9D9E143C7788}"/>
          </ac:spMkLst>
        </pc:spChg>
        <pc:spChg chg="add">
          <ac:chgData name="NGUYEN THI BINH AN(Peace)" userId="S::an.ntb@lgcns.com::1c9bc6a0-715e-4c71-a899-2061e6a9426e" providerId="AD" clId="Web-{60242631-D220-FC53-8259-2EA90C6C7D1D}" dt="2025-12-03T05:02:42.327" v="10"/>
          <ac:spMkLst>
            <pc:docMk/>
            <pc:sldMk cId="1568431361" sldId="264"/>
            <ac:spMk id="38" creationId="{178FB36B-5BFE-42CA-BC60-1115E0D95EEC}"/>
          </ac:spMkLst>
        </pc:spChg>
        <pc:picChg chg="add mod ord">
          <ac:chgData name="NGUYEN THI BINH AN(Peace)" userId="S::an.ntb@lgcns.com::1c9bc6a0-715e-4c71-a899-2061e6a9426e" providerId="AD" clId="Web-{60242631-D220-FC53-8259-2EA90C6C7D1D}" dt="2025-12-03T05:02:42.327" v="10"/>
          <ac:picMkLst>
            <pc:docMk/>
            <pc:sldMk cId="1568431361" sldId="264"/>
            <ac:picMk id="4" creationId="{BF466540-6FCE-99F7-96B1-767D56D996D7}"/>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D5BE57B-C423-4981-8E2D-C2D55B26181D}" type="doc">
      <dgm:prSet loTypeId="urn:microsoft.com/office/officeart/2005/8/layout/hChevron3" loCatId="process" qsTypeId="urn:microsoft.com/office/officeart/2005/8/quickstyle/simple1" qsCatId="simple" csTypeId="urn:microsoft.com/office/officeart/2005/8/colors/colorful1" csCatId="colorful"/>
      <dgm:spPr/>
      <dgm:t>
        <a:bodyPr/>
        <a:lstStyle/>
        <a:p>
          <a:endParaRPr lang="en-US"/>
        </a:p>
      </dgm:t>
    </dgm:pt>
    <dgm:pt modelId="{9EA52586-E9FC-4E5F-AB13-E4A7D62D578B}">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Mutual Exclusion: </a:t>
          </a:r>
          <a:r>
            <a:rPr lang="en-US" sz="1700" dirty="0">
              <a:latin typeface="Urbanist" panose="020B0A04040200000203" pitchFamily="34" charset="0"/>
              <a:ea typeface="Urbanist" panose="020B0A04040200000203" pitchFamily="34" charset="0"/>
              <a:cs typeface="Urbanist" panose="020B0A04040200000203" pitchFamily="34" charset="0"/>
            </a:rPr>
            <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Only one process/ thread can be executing inside a critical section at a time </a:t>
          </a:r>
        </a:p>
      </dgm:t>
    </dgm:pt>
    <dgm:pt modelId="{0C063069-149E-45E9-A022-400BCAA4FEF9}" type="parTrans" cxnId="{9BF6C787-8F55-47AE-A4AF-E52D21CF8031}">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8496037-C0D4-4D28-B1F1-D12A928B512D}" type="sibTrans" cxnId="{9BF6C787-8F55-47AE-A4AF-E52D21CF8031}">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B069585-5E85-4F45-B833-9CE75679E1FB}">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Progress:</a:t>
          </a:r>
          <a:r>
            <a:rPr lang="en-US" sz="1700" dirty="0">
              <a:latin typeface="Urbanist" panose="020B0A04040200000203" pitchFamily="34" charset="0"/>
              <a:ea typeface="Urbanist" panose="020B0A04040200000203" pitchFamily="34" charset="0"/>
              <a:cs typeface="Urbanist" panose="020B0A04040200000203" pitchFamily="34" charset="0"/>
            </a:rPr>
            <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A process/thread outside a critical section can not block others to enter this critical section</a:t>
          </a:r>
        </a:p>
      </dgm:t>
    </dgm:pt>
    <dgm:pt modelId="{191733F7-729B-4E07-A6CA-63D6F849873C}" type="parTrans" cxnId="{290EA60C-251B-4159-BE11-4AFF11B3BBDA}">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A63180E-0F46-4899-9EBE-91AB48BFBFA2}" type="sibTrans" cxnId="{290EA60C-251B-4159-BE11-4AFF11B3BBDA}">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106A1E20-EDCD-4409-A0BE-722EA900A0AF}">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Bounded Waiting:</a:t>
          </a:r>
          <a:br>
            <a:rPr lang="en-US" sz="2000" b="1"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Processes/threads should not wait infinitely for entering a critical section</a:t>
          </a:r>
        </a:p>
      </dgm:t>
    </dgm:pt>
    <dgm:pt modelId="{E7358F5C-0D2F-4E6A-B250-D6E3F03484CE}" type="parTrans" cxnId="{C0378294-014C-4714-97AC-39D76C32F307}">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92598996-D671-4BC9-825E-6048DD27458D}" type="sibTrans" cxnId="{C0378294-014C-4714-97AC-39D76C32F307}">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A0D9C88F-3DF6-4994-942A-597BD24E1451}" type="pres">
      <dgm:prSet presAssocID="{FD5BE57B-C423-4981-8E2D-C2D55B26181D}" presName="Name0" presStyleCnt="0">
        <dgm:presLayoutVars>
          <dgm:dir/>
          <dgm:resizeHandles val="exact"/>
        </dgm:presLayoutVars>
      </dgm:prSet>
      <dgm:spPr/>
      <dgm:t>
        <a:bodyPr/>
        <a:lstStyle/>
        <a:p>
          <a:endParaRPr lang="en-US"/>
        </a:p>
      </dgm:t>
    </dgm:pt>
    <dgm:pt modelId="{97A233F7-DD95-4C01-BC4D-41352FF58292}" type="pres">
      <dgm:prSet presAssocID="{9EA52586-E9FC-4E5F-AB13-E4A7D62D578B}" presName="parTxOnly" presStyleLbl="node1" presStyleIdx="0" presStyleCnt="3">
        <dgm:presLayoutVars>
          <dgm:bulletEnabled val="1"/>
        </dgm:presLayoutVars>
      </dgm:prSet>
      <dgm:spPr/>
      <dgm:t>
        <a:bodyPr/>
        <a:lstStyle/>
        <a:p>
          <a:endParaRPr lang="en-US"/>
        </a:p>
      </dgm:t>
    </dgm:pt>
    <dgm:pt modelId="{3B3BC5C9-B849-4B25-AFE1-28937B990378}" type="pres">
      <dgm:prSet presAssocID="{C8496037-C0D4-4D28-B1F1-D12A928B512D}" presName="parSpace" presStyleCnt="0"/>
      <dgm:spPr/>
    </dgm:pt>
    <dgm:pt modelId="{E6FDFC47-1A86-49CC-A31E-FA5E90C065D4}" type="pres">
      <dgm:prSet presAssocID="{CB069585-5E85-4F45-B833-9CE75679E1FB}" presName="parTxOnly" presStyleLbl="node1" presStyleIdx="1" presStyleCnt="3">
        <dgm:presLayoutVars>
          <dgm:bulletEnabled val="1"/>
        </dgm:presLayoutVars>
      </dgm:prSet>
      <dgm:spPr/>
      <dgm:t>
        <a:bodyPr/>
        <a:lstStyle/>
        <a:p>
          <a:endParaRPr lang="en-US"/>
        </a:p>
      </dgm:t>
    </dgm:pt>
    <dgm:pt modelId="{C1EF75F9-4163-4138-A0BA-009E59F586AE}" type="pres">
      <dgm:prSet presAssocID="{CA63180E-0F46-4899-9EBE-91AB48BFBFA2}" presName="parSpace" presStyleCnt="0"/>
      <dgm:spPr/>
    </dgm:pt>
    <dgm:pt modelId="{A1253748-A892-4001-A47B-832D587F0C32}" type="pres">
      <dgm:prSet presAssocID="{106A1E20-EDCD-4409-A0BE-722EA900A0AF}" presName="parTxOnly" presStyleLbl="node1" presStyleIdx="2" presStyleCnt="3">
        <dgm:presLayoutVars>
          <dgm:bulletEnabled val="1"/>
        </dgm:presLayoutVars>
      </dgm:prSet>
      <dgm:spPr/>
      <dgm:t>
        <a:bodyPr/>
        <a:lstStyle/>
        <a:p>
          <a:endParaRPr lang="en-US"/>
        </a:p>
      </dgm:t>
    </dgm:pt>
  </dgm:ptLst>
  <dgm:cxnLst>
    <dgm:cxn modelId="{290EA60C-251B-4159-BE11-4AFF11B3BBDA}" srcId="{FD5BE57B-C423-4981-8E2D-C2D55B26181D}" destId="{CB069585-5E85-4F45-B833-9CE75679E1FB}" srcOrd="1" destOrd="0" parTransId="{191733F7-729B-4E07-A6CA-63D6F849873C}" sibTransId="{CA63180E-0F46-4899-9EBE-91AB48BFBFA2}"/>
    <dgm:cxn modelId="{4EAF37E9-9EF4-4B34-82DC-6172ABD3B1AB}" type="presOf" srcId="{FD5BE57B-C423-4981-8E2D-C2D55B26181D}" destId="{A0D9C88F-3DF6-4994-942A-597BD24E1451}" srcOrd="0" destOrd="0" presId="urn:microsoft.com/office/officeart/2005/8/layout/hChevron3"/>
    <dgm:cxn modelId="{9BF6C787-8F55-47AE-A4AF-E52D21CF8031}" srcId="{FD5BE57B-C423-4981-8E2D-C2D55B26181D}" destId="{9EA52586-E9FC-4E5F-AB13-E4A7D62D578B}" srcOrd="0" destOrd="0" parTransId="{0C063069-149E-45E9-A022-400BCAA4FEF9}" sibTransId="{C8496037-C0D4-4D28-B1F1-D12A928B512D}"/>
    <dgm:cxn modelId="{288E58F6-9B3E-48A6-8D36-65AFE1BB3825}" type="presOf" srcId="{CB069585-5E85-4F45-B833-9CE75679E1FB}" destId="{E6FDFC47-1A86-49CC-A31E-FA5E90C065D4}" srcOrd="0" destOrd="0" presId="urn:microsoft.com/office/officeart/2005/8/layout/hChevron3"/>
    <dgm:cxn modelId="{75DC3184-0762-4DA8-B318-2019C39454B1}" type="presOf" srcId="{9EA52586-E9FC-4E5F-AB13-E4A7D62D578B}" destId="{97A233F7-DD95-4C01-BC4D-41352FF58292}" srcOrd="0" destOrd="0" presId="urn:microsoft.com/office/officeart/2005/8/layout/hChevron3"/>
    <dgm:cxn modelId="{C0378294-014C-4714-97AC-39D76C32F307}" srcId="{FD5BE57B-C423-4981-8E2D-C2D55B26181D}" destId="{106A1E20-EDCD-4409-A0BE-722EA900A0AF}" srcOrd="2" destOrd="0" parTransId="{E7358F5C-0D2F-4E6A-B250-D6E3F03484CE}" sibTransId="{92598996-D671-4BC9-825E-6048DD27458D}"/>
    <dgm:cxn modelId="{8BE46369-92A8-4084-AA69-3FBAE4B74B4A}" type="presOf" srcId="{106A1E20-EDCD-4409-A0BE-722EA900A0AF}" destId="{A1253748-A892-4001-A47B-832D587F0C32}" srcOrd="0" destOrd="0" presId="urn:microsoft.com/office/officeart/2005/8/layout/hChevron3"/>
    <dgm:cxn modelId="{2E8BD15C-50DE-4FA9-881E-8054F158243D}" type="presParOf" srcId="{A0D9C88F-3DF6-4994-942A-597BD24E1451}" destId="{97A233F7-DD95-4C01-BC4D-41352FF58292}" srcOrd="0" destOrd="0" presId="urn:microsoft.com/office/officeart/2005/8/layout/hChevron3"/>
    <dgm:cxn modelId="{33548E74-C417-4A98-AE73-C442CDE6A50B}" type="presParOf" srcId="{A0D9C88F-3DF6-4994-942A-597BD24E1451}" destId="{3B3BC5C9-B849-4B25-AFE1-28937B990378}" srcOrd="1" destOrd="0" presId="urn:microsoft.com/office/officeart/2005/8/layout/hChevron3"/>
    <dgm:cxn modelId="{14F3C362-AF53-4D7A-AD8C-7E798204029D}" type="presParOf" srcId="{A0D9C88F-3DF6-4994-942A-597BD24E1451}" destId="{E6FDFC47-1A86-49CC-A31E-FA5E90C065D4}" srcOrd="2" destOrd="0" presId="urn:microsoft.com/office/officeart/2005/8/layout/hChevron3"/>
    <dgm:cxn modelId="{DBEAFD36-981F-48DD-B2E5-78608816F2CC}" type="presParOf" srcId="{A0D9C88F-3DF6-4994-942A-597BD24E1451}" destId="{C1EF75F9-4163-4138-A0BA-009E59F586AE}" srcOrd="3" destOrd="0" presId="urn:microsoft.com/office/officeart/2005/8/layout/hChevron3"/>
    <dgm:cxn modelId="{648A1F41-CD7C-430C-9C39-6A0AFF4D2F8C}" type="presParOf" srcId="{A0D9C88F-3DF6-4994-942A-597BD24E1451}" destId="{A1253748-A892-4001-A47B-832D587F0C32}" srcOrd="4" destOrd="0" presId="urn:microsoft.com/office/officeart/2005/8/layout/hChevro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AE515E1-30F2-478F-8280-1C3B4707DDB1}"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5B8F603E-08F2-4826-9415-7B3A8E370EFE}">
      <dgm:prSet/>
      <dgm:spPr/>
      <dgm:t>
        <a:bodyPr/>
        <a:lstStyle/>
        <a:p>
          <a:r>
            <a:rPr lang="en-US" dirty="0">
              <a:latin typeface="Urbanist" panose="020B0A04040200000203" pitchFamily="34" charset="0"/>
              <a:ea typeface="Urbanist" panose="020B0A04040200000203" pitchFamily="34" charset="0"/>
              <a:cs typeface="Urbanist" panose="020B0A04040200000203" pitchFamily="34" charset="0"/>
            </a:rPr>
            <a:t>Semaphore</a:t>
          </a:r>
        </a:p>
      </dgm:t>
    </dgm:pt>
    <dgm:pt modelId="{D5FC3B07-44FA-4A5A-9A01-2C9E6975E015}" type="parTrans" cxnId="{DA683F7D-94D9-4D63-9E1B-E446E24EDB73}">
      <dgm:prSet/>
      <dgm:spPr/>
      <dgm:t>
        <a:bodyPr/>
        <a:lstStyle/>
        <a:p>
          <a:endParaRPr lang="en-US" sz="4000">
            <a:latin typeface="Urbanist" panose="020B0A04040200000203" pitchFamily="34" charset="0"/>
            <a:ea typeface="Urbanist" panose="020B0A04040200000203" pitchFamily="34" charset="0"/>
            <a:cs typeface="Urbanist" panose="020B0A04040200000203" pitchFamily="34" charset="0"/>
          </a:endParaRPr>
        </a:p>
      </dgm:t>
    </dgm:pt>
    <dgm:pt modelId="{E0EE826F-09FB-4E1C-8865-D85074C410A5}" type="sibTrans" cxnId="{DA683F7D-94D9-4D63-9E1B-E446E24EDB73}">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79D0DB96-C1DE-476A-B5C4-71D1C1C0F931}">
      <dgm:prSet/>
      <dgm:spPr/>
      <dgm:t>
        <a:bodyPr/>
        <a:lstStyle/>
        <a:p>
          <a:r>
            <a:rPr lang="en-US" dirty="0">
              <a:latin typeface="Urbanist" panose="020B0A04040200000203" pitchFamily="34" charset="0"/>
              <a:ea typeface="Urbanist" panose="020B0A04040200000203" pitchFamily="34" charset="0"/>
              <a:cs typeface="Urbanist" panose="020B0A04040200000203" pitchFamily="34" charset="0"/>
            </a:rPr>
            <a:t>Monitor </a:t>
          </a:r>
        </a:p>
        <a:p>
          <a:r>
            <a:rPr lang="en-US" dirty="0">
              <a:latin typeface="Urbanist" panose="020B0A04040200000203" pitchFamily="34" charset="0"/>
              <a:ea typeface="Urbanist" panose="020B0A04040200000203" pitchFamily="34" charset="0"/>
              <a:cs typeface="Urbanist" panose="020B0A04040200000203" pitchFamily="34" charset="0"/>
            </a:rPr>
            <a:t>(thread-safe)</a:t>
          </a:r>
        </a:p>
      </dgm:t>
    </dgm:pt>
    <dgm:pt modelId="{B2FF4CED-CDA9-4BB4-9BFA-AD3674AC8AED}" type="parTrans" cxnId="{5E0C54B9-18EE-40C1-95FF-A5BB1E88EA33}">
      <dgm:prSet/>
      <dgm:spPr/>
      <dgm:t>
        <a:bodyPr/>
        <a:lstStyle/>
        <a:p>
          <a:endParaRPr lang="en-US" sz="4000">
            <a:latin typeface="Urbanist" panose="020B0A04040200000203" pitchFamily="34" charset="0"/>
            <a:ea typeface="Urbanist" panose="020B0A04040200000203" pitchFamily="34" charset="0"/>
            <a:cs typeface="Urbanist" panose="020B0A04040200000203" pitchFamily="34" charset="0"/>
          </a:endParaRPr>
        </a:p>
      </dgm:t>
    </dgm:pt>
    <dgm:pt modelId="{E08100E9-618C-47C6-8599-741DDA41E130}" type="sibTrans" cxnId="{5E0C54B9-18EE-40C1-95FF-A5BB1E88EA33}">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0DDC3030-9B95-4E3E-9581-37F42B85130B}" type="pres">
      <dgm:prSet presAssocID="{7AE515E1-30F2-478F-8280-1C3B4707DDB1}" presName="hierChild1" presStyleCnt="0">
        <dgm:presLayoutVars>
          <dgm:chPref val="1"/>
          <dgm:dir/>
          <dgm:animOne val="branch"/>
          <dgm:animLvl val="lvl"/>
          <dgm:resizeHandles/>
        </dgm:presLayoutVars>
      </dgm:prSet>
      <dgm:spPr/>
      <dgm:t>
        <a:bodyPr/>
        <a:lstStyle/>
        <a:p>
          <a:endParaRPr lang="en-US"/>
        </a:p>
      </dgm:t>
    </dgm:pt>
    <dgm:pt modelId="{A9358F86-AB04-4AB3-9A6F-AEB8CDF890E4}" type="pres">
      <dgm:prSet presAssocID="{5B8F603E-08F2-4826-9415-7B3A8E370EFE}" presName="hierRoot1" presStyleCnt="0"/>
      <dgm:spPr/>
    </dgm:pt>
    <dgm:pt modelId="{9D0CD0B3-7B45-4BF8-9E80-094906CC7C16}" type="pres">
      <dgm:prSet presAssocID="{5B8F603E-08F2-4826-9415-7B3A8E370EFE}" presName="composite" presStyleCnt="0"/>
      <dgm:spPr/>
    </dgm:pt>
    <dgm:pt modelId="{81563AE7-5356-4CC5-A379-57DFAD4DB6BC}" type="pres">
      <dgm:prSet presAssocID="{5B8F603E-08F2-4826-9415-7B3A8E370EFE}" presName="background" presStyleLbl="node0" presStyleIdx="0" presStyleCnt="2"/>
      <dgm:spPr/>
    </dgm:pt>
    <dgm:pt modelId="{AA9244DC-2F91-4A74-9054-738BD369730F}" type="pres">
      <dgm:prSet presAssocID="{5B8F603E-08F2-4826-9415-7B3A8E370EFE}" presName="text" presStyleLbl="fgAcc0" presStyleIdx="0" presStyleCnt="2">
        <dgm:presLayoutVars>
          <dgm:chPref val="3"/>
        </dgm:presLayoutVars>
      </dgm:prSet>
      <dgm:spPr/>
      <dgm:t>
        <a:bodyPr/>
        <a:lstStyle/>
        <a:p>
          <a:endParaRPr lang="en-US"/>
        </a:p>
      </dgm:t>
    </dgm:pt>
    <dgm:pt modelId="{BF927BD7-3CB9-4C36-A0B5-78EA42AB7DA2}" type="pres">
      <dgm:prSet presAssocID="{5B8F603E-08F2-4826-9415-7B3A8E370EFE}" presName="hierChild2" presStyleCnt="0"/>
      <dgm:spPr/>
    </dgm:pt>
    <dgm:pt modelId="{7B921A77-B2F9-47CC-A068-B7D1C6BAC299}" type="pres">
      <dgm:prSet presAssocID="{79D0DB96-C1DE-476A-B5C4-71D1C1C0F931}" presName="hierRoot1" presStyleCnt="0"/>
      <dgm:spPr/>
    </dgm:pt>
    <dgm:pt modelId="{DB07BA6F-94EA-4A86-ACA1-79F2AF8BBA44}" type="pres">
      <dgm:prSet presAssocID="{79D0DB96-C1DE-476A-B5C4-71D1C1C0F931}" presName="composite" presStyleCnt="0"/>
      <dgm:spPr/>
    </dgm:pt>
    <dgm:pt modelId="{F36654E7-28E4-405B-999D-487ACD1CACB0}" type="pres">
      <dgm:prSet presAssocID="{79D0DB96-C1DE-476A-B5C4-71D1C1C0F931}" presName="background" presStyleLbl="node0" presStyleIdx="1" presStyleCnt="2"/>
      <dgm:spPr/>
    </dgm:pt>
    <dgm:pt modelId="{12A195D9-53D5-4DF5-A35D-D50120A4C804}" type="pres">
      <dgm:prSet presAssocID="{79D0DB96-C1DE-476A-B5C4-71D1C1C0F931}" presName="text" presStyleLbl="fgAcc0" presStyleIdx="1" presStyleCnt="2">
        <dgm:presLayoutVars>
          <dgm:chPref val="3"/>
        </dgm:presLayoutVars>
      </dgm:prSet>
      <dgm:spPr/>
      <dgm:t>
        <a:bodyPr/>
        <a:lstStyle/>
        <a:p>
          <a:endParaRPr lang="en-US"/>
        </a:p>
      </dgm:t>
    </dgm:pt>
    <dgm:pt modelId="{8CE77DAE-11E7-40E4-A1ED-83A1A3D01494}" type="pres">
      <dgm:prSet presAssocID="{79D0DB96-C1DE-476A-B5C4-71D1C1C0F931}" presName="hierChild2" presStyleCnt="0"/>
      <dgm:spPr/>
    </dgm:pt>
  </dgm:ptLst>
  <dgm:cxnLst>
    <dgm:cxn modelId="{5E0C54B9-18EE-40C1-95FF-A5BB1E88EA33}" srcId="{7AE515E1-30F2-478F-8280-1C3B4707DDB1}" destId="{79D0DB96-C1DE-476A-B5C4-71D1C1C0F931}" srcOrd="1" destOrd="0" parTransId="{B2FF4CED-CDA9-4BB4-9BFA-AD3674AC8AED}" sibTransId="{E08100E9-618C-47C6-8599-741DDA41E130}"/>
    <dgm:cxn modelId="{DA683F7D-94D9-4D63-9E1B-E446E24EDB73}" srcId="{7AE515E1-30F2-478F-8280-1C3B4707DDB1}" destId="{5B8F603E-08F2-4826-9415-7B3A8E370EFE}" srcOrd="0" destOrd="0" parTransId="{D5FC3B07-44FA-4A5A-9A01-2C9E6975E015}" sibTransId="{E0EE826F-09FB-4E1C-8865-D85074C410A5}"/>
    <dgm:cxn modelId="{E631B5D1-C911-44C9-B2FA-772BA7DE2754}" type="presOf" srcId="{79D0DB96-C1DE-476A-B5C4-71D1C1C0F931}" destId="{12A195D9-53D5-4DF5-A35D-D50120A4C804}" srcOrd="0" destOrd="0" presId="urn:microsoft.com/office/officeart/2005/8/layout/hierarchy1"/>
    <dgm:cxn modelId="{1436FA21-F1AA-4D4F-B7EC-A4D32ED8F65E}" type="presOf" srcId="{5B8F603E-08F2-4826-9415-7B3A8E370EFE}" destId="{AA9244DC-2F91-4A74-9054-738BD369730F}" srcOrd="0" destOrd="0" presId="urn:microsoft.com/office/officeart/2005/8/layout/hierarchy1"/>
    <dgm:cxn modelId="{9BBEDAB7-0C9F-496F-A905-738A13B0B116}" type="presOf" srcId="{7AE515E1-30F2-478F-8280-1C3B4707DDB1}" destId="{0DDC3030-9B95-4E3E-9581-37F42B85130B}" srcOrd="0" destOrd="0" presId="urn:microsoft.com/office/officeart/2005/8/layout/hierarchy1"/>
    <dgm:cxn modelId="{C0C6EB48-3DB0-493A-995C-95F5259C80EB}" type="presParOf" srcId="{0DDC3030-9B95-4E3E-9581-37F42B85130B}" destId="{A9358F86-AB04-4AB3-9A6F-AEB8CDF890E4}" srcOrd="0" destOrd="0" presId="urn:microsoft.com/office/officeart/2005/8/layout/hierarchy1"/>
    <dgm:cxn modelId="{7DA7ED23-25A6-4E65-B203-8C2B39503851}" type="presParOf" srcId="{A9358F86-AB04-4AB3-9A6F-AEB8CDF890E4}" destId="{9D0CD0B3-7B45-4BF8-9E80-094906CC7C16}" srcOrd="0" destOrd="0" presId="urn:microsoft.com/office/officeart/2005/8/layout/hierarchy1"/>
    <dgm:cxn modelId="{32DB52D8-C679-4DE7-91CD-F2C8C3FB7378}" type="presParOf" srcId="{9D0CD0B3-7B45-4BF8-9E80-094906CC7C16}" destId="{81563AE7-5356-4CC5-A379-57DFAD4DB6BC}" srcOrd="0" destOrd="0" presId="urn:microsoft.com/office/officeart/2005/8/layout/hierarchy1"/>
    <dgm:cxn modelId="{FA4B702A-80E7-4779-B307-32F64C36633F}" type="presParOf" srcId="{9D0CD0B3-7B45-4BF8-9E80-094906CC7C16}" destId="{AA9244DC-2F91-4A74-9054-738BD369730F}" srcOrd="1" destOrd="0" presId="urn:microsoft.com/office/officeart/2005/8/layout/hierarchy1"/>
    <dgm:cxn modelId="{680B4D80-5EA0-4404-B76F-4C391ECAF654}" type="presParOf" srcId="{A9358F86-AB04-4AB3-9A6F-AEB8CDF890E4}" destId="{BF927BD7-3CB9-4C36-A0B5-78EA42AB7DA2}" srcOrd="1" destOrd="0" presId="urn:microsoft.com/office/officeart/2005/8/layout/hierarchy1"/>
    <dgm:cxn modelId="{EC50C1B0-C168-43BC-8AB2-B02C78087243}" type="presParOf" srcId="{0DDC3030-9B95-4E3E-9581-37F42B85130B}" destId="{7B921A77-B2F9-47CC-A068-B7D1C6BAC299}" srcOrd="1" destOrd="0" presId="urn:microsoft.com/office/officeart/2005/8/layout/hierarchy1"/>
    <dgm:cxn modelId="{455727A5-9424-4B3C-A08C-6388AF208FDB}" type="presParOf" srcId="{7B921A77-B2F9-47CC-A068-B7D1C6BAC299}" destId="{DB07BA6F-94EA-4A86-ACA1-79F2AF8BBA44}" srcOrd="0" destOrd="0" presId="urn:microsoft.com/office/officeart/2005/8/layout/hierarchy1"/>
    <dgm:cxn modelId="{CCC25CB2-D55B-4579-9696-A176E0CD0CAD}" type="presParOf" srcId="{DB07BA6F-94EA-4A86-ACA1-79F2AF8BBA44}" destId="{F36654E7-28E4-405B-999D-487ACD1CACB0}" srcOrd="0" destOrd="0" presId="urn:microsoft.com/office/officeart/2005/8/layout/hierarchy1"/>
    <dgm:cxn modelId="{8BAA0875-731A-4121-8E6D-5402AF6E9C40}" type="presParOf" srcId="{DB07BA6F-94EA-4A86-ACA1-79F2AF8BBA44}" destId="{12A195D9-53D5-4DF5-A35D-D50120A4C804}" srcOrd="1" destOrd="0" presId="urn:microsoft.com/office/officeart/2005/8/layout/hierarchy1"/>
    <dgm:cxn modelId="{43DB01DB-4155-48B6-8104-F5F9F386D919}" type="presParOf" srcId="{7B921A77-B2F9-47CC-A068-B7D1C6BAC299}" destId="{8CE77DAE-11E7-40E4-A1ED-83A1A3D0149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AE515E1-30F2-478F-8280-1C3B4707DDB1}"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5B8F603E-08F2-4826-9415-7B3A8E370EFE}">
      <dgm:prSet custT="1"/>
      <dgm:spPr/>
      <dgm:t>
        <a:bodyPr/>
        <a:lstStyle/>
        <a:p>
          <a:r>
            <a:rPr lang="en-US" sz="4800" dirty="0">
              <a:latin typeface="Urbanist" panose="020B0A04040200000203" pitchFamily="34" charset="0"/>
              <a:ea typeface="Urbanist" panose="020B0A04040200000203" pitchFamily="34" charset="0"/>
              <a:cs typeface="Urbanist" panose="020B0A04040200000203" pitchFamily="34" charset="0"/>
            </a:rPr>
            <a:t>Deadlock</a:t>
          </a:r>
        </a:p>
      </dgm:t>
    </dgm:pt>
    <dgm:pt modelId="{D5FC3B07-44FA-4A5A-9A01-2C9E6975E015}" type="parTrans" cxnId="{DA683F7D-94D9-4D63-9E1B-E446E24EDB7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E0EE826F-09FB-4E1C-8865-D85074C410A5}" type="sibTrans" cxnId="{DA683F7D-94D9-4D63-9E1B-E446E24EDB7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79D0DB96-C1DE-476A-B5C4-71D1C1C0F931}">
      <dgm:prSet custT="1"/>
      <dgm:spPr/>
      <dgm:t>
        <a:bodyPr/>
        <a:lstStyle/>
        <a:p>
          <a:r>
            <a:rPr lang="en-US" sz="4800" dirty="0">
              <a:latin typeface="Urbanist" panose="020B0A04040200000203" pitchFamily="34" charset="0"/>
              <a:ea typeface="Urbanist" panose="020B0A04040200000203" pitchFamily="34" charset="0"/>
              <a:cs typeface="Urbanist" panose="020B0A04040200000203" pitchFamily="34" charset="0"/>
            </a:rPr>
            <a:t>No deadlock</a:t>
          </a:r>
        </a:p>
      </dgm:t>
    </dgm:pt>
    <dgm:pt modelId="{B2FF4CED-CDA9-4BB4-9BFA-AD3674AC8AED}" type="parTrans" cxnId="{5E0C54B9-18EE-40C1-95FF-A5BB1E88EA3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E08100E9-618C-47C6-8599-741DDA41E130}" type="sibTrans" cxnId="{5E0C54B9-18EE-40C1-95FF-A5BB1E88EA3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0DDC3030-9B95-4E3E-9581-37F42B85130B}" type="pres">
      <dgm:prSet presAssocID="{7AE515E1-30F2-478F-8280-1C3B4707DDB1}" presName="hierChild1" presStyleCnt="0">
        <dgm:presLayoutVars>
          <dgm:chPref val="1"/>
          <dgm:dir/>
          <dgm:animOne val="branch"/>
          <dgm:animLvl val="lvl"/>
          <dgm:resizeHandles/>
        </dgm:presLayoutVars>
      </dgm:prSet>
      <dgm:spPr/>
      <dgm:t>
        <a:bodyPr/>
        <a:lstStyle/>
        <a:p>
          <a:endParaRPr lang="en-US"/>
        </a:p>
      </dgm:t>
    </dgm:pt>
    <dgm:pt modelId="{A9358F86-AB04-4AB3-9A6F-AEB8CDF890E4}" type="pres">
      <dgm:prSet presAssocID="{5B8F603E-08F2-4826-9415-7B3A8E370EFE}" presName="hierRoot1" presStyleCnt="0"/>
      <dgm:spPr/>
    </dgm:pt>
    <dgm:pt modelId="{9D0CD0B3-7B45-4BF8-9E80-094906CC7C16}" type="pres">
      <dgm:prSet presAssocID="{5B8F603E-08F2-4826-9415-7B3A8E370EFE}" presName="composite" presStyleCnt="0"/>
      <dgm:spPr/>
    </dgm:pt>
    <dgm:pt modelId="{81563AE7-5356-4CC5-A379-57DFAD4DB6BC}" type="pres">
      <dgm:prSet presAssocID="{5B8F603E-08F2-4826-9415-7B3A8E370EFE}" presName="background" presStyleLbl="node0" presStyleIdx="0" presStyleCnt="2"/>
      <dgm:spPr/>
    </dgm:pt>
    <dgm:pt modelId="{AA9244DC-2F91-4A74-9054-738BD369730F}" type="pres">
      <dgm:prSet presAssocID="{5B8F603E-08F2-4826-9415-7B3A8E370EFE}" presName="text" presStyleLbl="fgAcc0" presStyleIdx="0" presStyleCnt="2">
        <dgm:presLayoutVars>
          <dgm:chPref val="3"/>
        </dgm:presLayoutVars>
      </dgm:prSet>
      <dgm:spPr/>
      <dgm:t>
        <a:bodyPr/>
        <a:lstStyle/>
        <a:p>
          <a:endParaRPr lang="en-US"/>
        </a:p>
      </dgm:t>
    </dgm:pt>
    <dgm:pt modelId="{BF927BD7-3CB9-4C36-A0B5-78EA42AB7DA2}" type="pres">
      <dgm:prSet presAssocID="{5B8F603E-08F2-4826-9415-7B3A8E370EFE}" presName="hierChild2" presStyleCnt="0"/>
      <dgm:spPr/>
    </dgm:pt>
    <dgm:pt modelId="{7B921A77-B2F9-47CC-A068-B7D1C6BAC299}" type="pres">
      <dgm:prSet presAssocID="{79D0DB96-C1DE-476A-B5C4-71D1C1C0F931}" presName="hierRoot1" presStyleCnt="0"/>
      <dgm:spPr/>
    </dgm:pt>
    <dgm:pt modelId="{DB07BA6F-94EA-4A86-ACA1-79F2AF8BBA44}" type="pres">
      <dgm:prSet presAssocID="{79D0DB96-C1DE-476A-B5C4-71D1C1C0F931}" presName="composite" presStyleCnt="0"/>
      <dgm:spPr/>
    </dgm:pt>
    <dgm:pt modelId="{F36654E7-28E4-405B-999D-487ACD1CACB0}" type="pres">
      <dgm:prSet presAssocID="{79D0DB96-C1DE-476A-B5C4-71D1C1C0F931}" presName="background" presStyleLbl="node0" presStyleIdx="1" presStyleCnt="2"/>
      <dgm:spPr/>
    </dgm:pt>
    <dgm:pt modelId="{12A195D9-53D5-4DF5-A35D-D50120A4C804}" type="pres">
      <dgm:prSet presAssocID="{79D0DB96-C1DE-476A-B5C4-71D1C1C0F931}" presName="text" presStyleLbl="fgAcc0" presStyleIdx="1" presStyleCnt="2">
        <dgm:presLayoutVars>
          <dgm:chPref val="3"/>
        </dgm:presLayoutVars>
      </dgm:prSet>
      <dgm:spPr/>
      <dgm:t>
        <a:bodyPr/>
        <a:lstStyle/>
        <a:p>
          <a:endParaRPr lang="en-US"/>
        </a:p>
      </dgm:t>
    </dgm:pt>
    <dgm:pt modelId="{8CE77DAE-11E7-40E4-A1ED-83A1A3D01494}" type="pres">
      <dgm:prSet presAssocID="{79D0DB96-C1DE-476A-B5C4-71D1C1C0F931}" presName="hierChild2" presStyleCnt="0"/>
      <dgm:spPr/>
    </dgm:pt>
  </dgm:ptLst>
  <dgm:cxnLst>
    <dgm:cxn modelId="{5E0C54B9-18EE-40C1-95FF-A5BB1E88EA33}" srcId="{7AE515E1-30F2-478F-8280-1C3B4707DDB1}" destId="{79D0DB96-C1DE-476A-B5C4-71D1C1C0F931}" srcOrd="1" destOrd="0" parTransId="{B2FF4CED-CDA9-4BB4-9BFA-AD3674AC8AED}" sibTransId="{E08100E9-618C-47C6-8599-741DDA41E130}"/>
    <dgm:cxn modelId="{DA683F7D-94D9-4D63-9E1B-E446E24EDB73}" srcId="{7AE515E1-30F2-478F-8280-1C3B4707DDB1}" destId="{5B8F603E-08F2-4826-9415-7B3A8E370EFE}" srcOrd="0" destOrd="0" parTransId="{D5FC3B07-44FA-4A5A-9A01-2C9E6975E015}" sibTransId="{E0EE826F-09FB-4E1C-8865-D85074C410A5}"/>
    <dgm:cxn modelId="{E631B5D1-C911-44C9-B2FA-772BA7DE2754}" type="presOf" srcId="{79D0DB96-C1DE-476A-B5C4-71D1C1C0F931}" destId="{12A195D9-53D5-4DF5-A35D-D50120A4C804}" srcOrd="0" destOrd="0" presId="urn:microsoft.com/office/officeart/2005/8/layout/hierarchy1"/>
    <dgm:cxn modelId="{1436FA21-F1AA-4D4F-B7EC-A4D32ED8F65E}" type="presOf" srcId="{5B8F603E-08F2-4826-9415-7B3A8E370EFE}" destId="{AA9244DC-2F91-4A74-9054-738BD369730F}" srcOrd="0" destOrd="0" presId="urn:microsoft.com/office/officeart/2005/8/layout/hierarchy1"/>
    <dgm:cxn modelId="{9BBEDAB7-0C9F-496F-A905-738A13B0B116}" type="presOf" srcId="{7AE515E1-30F2-478F-8280-1C3B4707DDB1}" destId="{0DDC3030-9B95-4E3E-9581-37F42B85130B}" srcOrd="0" destOrd="0" presId="urn:microsoft.com/office/officeart/2005/8/layout/hierarchy1"/>
    <dgm:cxn modelId="{C0C6EB48-3DB0-493A-995C-95F5259C80EB}" type="presParOf" srcId="{0DDC3030-9B95-4E3E-9581-37F42B85130B}" destId="{A9358F86-AB04-4AB3-9A6F-AEB8CDF890E4}" srcOrd="0" destOrd="0" presId="urn:microsoft.com/office/officeart/2005/8/layout/hierarchy1"/>
    <dgm:cxn modelId="{7DA7ED23-25A6-4E65-B203-8C2B39503851}" type="presParOf" srcId="{A9358F86-AB04-4AB3-9A6F-AEB8CDF890E4}" destId="{9D0CD0B3-7B45-4BF8-9E80-094906CC7C16}" srcOrd="0" destOrd="0" presId="urn:microsoft.com/office/officeart/2005/8/layout/hierarchy1"/>
    <dgm:cxn modelId="{32DB52D8-C679-4DE7-91CD-F2C8C3FB7378}" type="presParOf" srcId="{9D0CD0B3-7B45-4BF8-9E80-094906CC7C16}" destId="{81563AE7-5356-4CC5-A379-57DFAD4DB6BC}" srcOrd="0" destOrd="0" presId="urn:microsoft.com/office/officeart/2005/8/layout/hierarchy1"/>
    <dgm:cxn modelId="{FA4B702A-80E7-4779-B307-32F64C36633F}" type="presParOf" srcId="{9D0CD0B3-7B45-4BF8-9E80-094906CC7C16}" destId="{AA9244DC-2F91-4A74-9054-738BD369730F}" srcOrd="1" destOrd="0" presId="urn:microsoft.com/office/officeart/2005/8/layout/hierarchy1"/>
    <dgm:cxn modelId="{680B4D80-5EA0-4404-B76F-4C391ECAF654}" type="presParOf" srcId="{A9358F86-AB04-4AB3-9A6F-AEB8CDF890E4}" destId="{BF927BD7-3CB9-4C36-A0B5-78EA42AB7DA2}" srcOrd="1" destOrd="0" presId="urn:microsoft.com/office/officeart/2005/8/layout/hierarchy1"/>
    <dgm:cxn modelId="{EC50C1B0-C168-43BC-8AB2-B02C78087243}" type="presParOf" srcId="{0DDC3030-9B95-4E3E-9581-37F42B85130B}" destId="{7B921A77-B2F9-47CC-A068-B7D1C6BAC299}" srcOrd="1" destOrd="0" presId="urn:microsoft.com/office/officeart/2005/8/layout/hierarchy1"/>
    <dgm:cxn modelId="{455727A5-9424-4B3C-A08C-6388AF208FDB}" type="presParOf" srcId="{7B921A77-B2F9-47CC-A068-B7D1C6BAC299}" destId="{DB07BA6F-94EA-4A86-ACA1-79F2AF8BBA44}" srcOrd="0" destOrd="0" presId="urn:microsoft.com/office/officeart/2005/8/layout/hierarchy1"/>
    <dgm:cxn modelId="{CCC25CB2-D55B-4579-9696-A176E0CD0CAD}" type="presParOf" srcId="{DB07BA6F-94EA-4A86-ACA1-79F2AF8BBA44}" destId="{F36654E7-28E4-405B-999D-487ACD1CACB0}" srcOrd="0" destOrd="0" presId="urn:microsoft.com/office/officeart/2005/8/layout/hierarchy1"/>
    <dgm:cxn modelId="{8BAA0875-731A-4121-8E6D-5402AF6E9C40}" type="presParOf" srcId="{DB07BA6F-94EA-4A86-ACA1-79F2AF8BBA44}" destId="{12A195D9-53D5-4DF5-A35D-D50120A4C804}" srcOrd="1" destOrd="0" presId="urn:microsoft.com/office/officeart/2005/8/layout/hierarchy1"/>
    <dgm:cxn modelId="{43DB01DB-4155-48B6-8104-F5F9F386D919}" type="presParOf" srcId="{7B921A77-B2F9-47CC-A068-B7D1C6BAC299}" destId="{8CE77DAE-11E7-40E4-A1ED-83A1A3D0149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6DFF0F-0F5D-467D-BE1D-1BFAA07C801B}" type="datetimeFigureOut">
              <a:rPr lang="en-US" smtClean="0"/>
              <a:t>07/12/2025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639B56-7EE8-402D-B8B5-29A2765198B6}" type="slidenum">
              <a:rPr lang="en-US" smtClean="0"/>
              <a:t>‹#›</a:t>
            </a:fld>
            <a:endParaRPr lang="en-US"/>
          </a:p>
        </p:txBody>
      </p:sp>
    </p:spTree>
    <p:extLst>
      <p:ext uri="{BB962C8B-B14F-4D97-AF65-F5344CB8AC3E}">
        <p14:creationId xmlns:p14="http://schemas.microsoft.com/office/powerpoint/2010/main" val="2821127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1</a:t>
            </a:fld>
            <a:endParaRPr lang="en-US"/>
          </a:p>
        </p:txBody>
      </p:sp>
    </p:spTree>
    <p:extLst>
      <p:ext uri="{BB962C8B-B14F-4D97-AF65-F5344CB8AC3E}">
        <p14:creationId xmlns:p14="http://schemas.microsoft.com/office/powerpoint/2010/main" val="33962112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E639B56-7EE8-402D-B8B5-29A2765198B6}" type="slidenum">
              <a:rPr lang="en-US" smtClean="0"/>
              <a:t>2</a:t>
            </a:fld>
            <a:endParaRPr lang="en-US"/>
          </a:p>
        </p:txBody>
      </p:sp>
    </p:spTree>
    <p:extLst>
      <p:ext uri="{BB962C8B-B14F-4D97-AF65-F5344CB8AC3E}">
        <p14:creationId xmlns:p14="http://schemas.microsoft.com/office/powerpoint/2010/main" val="4043140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6</a:t>
            </a:fld>
            <a:endParaRPr lang="en-US"/>
          </a:p>
        </p:txBody>
      </p:sp>
    </p:spTree>
    <p:extLst>
      <p:ext uri="{BB962C8B-B14F-4D97-AF65-F5344CB8AC3E}">
        <p14:creationId xmlns:p14="http://schemas.microsoft.com/office/powerpoint/2010/main" val="2456874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7</a:t>
            </a:fld>
            <a:endParaRPr lang="en-US"/>
          </a:p>
        </p:txBody>
      </p:sp>
    </p:spTree>
    <p:extLst>
      <p:ext uri="{BB962C8B-B14F-4D97-AF65-F5344CB8AC3E}">
        <p14:creationId xmlns:p14="http://schemas.microsoft.com/office/powerpoint/2010/main" val="10439762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9</a:t>
            </a:fld>
            <a:endParaRPr lang="en-US"/>
          </a:p>
        </p:txBody>
      </p:sp>
    </p:spTree>
    <p:extLst>
      <p:ext uri="{BB962C8B-B14F-4D97-AF65-F5344CB8AC3E}">
        <p14:creationId xmlns:p14="http://schemas.microsoft.com/office/powerpoint/2010/main" val="13483711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E639B56-7EE8-402D-B8B5-29A2765198B6}" type="slidenum">
              <a:rPr lang="en-US" smtClean="0"/>
              <a:t>15</a:t>
            </a:fld>
            <a:endParaRPr lang="en-US"/>
          </a:p>
        </p:txBody>
      </p:sp>
    </p:spTree>
    <p:extLst>
      <p:ext uri="{BB962C8B-B14F-4D97-AF65-F5344CB8AC3E}">
        <p14:creationId xmlns:p14="http://schemas.microsoft.com/office/powerpoint/2010/main" val="39926578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AAFF593-40EB-FF6E-8E8C-4DA12472567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xmlns="" id="{FCB4920F-142B-9ED5-7051-82EE07BAECE1}"/>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xmlns="" id="{7C702754-0E70-297B-85AC-32E31CD2D0CD}"/>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xmlns="" id="{4108E592-B21F-7C27-EC31-703D01D6627C}"/>
              </a:ext>
            </a:extLst>
          </p:cNvPr>
          <p:cNvSpPr>
            <a:spLocks noGrp="1"/>
          </p:cNvSpPr>
          <p:nvPr>
            <p:ph type="sldNum" sz="quarter" idx="5"/>
          </p:nvPr>
        </p:nvSpPr>
        <p:spPr/>
        <p:txBody>
          <a:bodyPr/>
          <a:lstStyle/>
          <a:p>
            <a:fld id="{EE639B56-7EE8-402D-B8B5-29A2765198B6}" type="slidenum">
              <a:rPr lang="en-US" smtClean="0"/>
              <a:t>22</a:t>
            </a:fld>
            <a:endParaRPr lang="en-US"/>
          </a:p>
        </p:txBody>
      </p:sp>
    </p:spTree>
    <p:extLst>
      <p:ext uri="{BB962C8B-B14F-4D97-AF65-F5344CB8AC3E}">
        <p14:creationId xmlns:p14="http://schemas.microsoft.com/office/powerpoint/2010/main" val="31918979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31</a:t>
            </a:fld>
            <a:endParaRPr lang="en-US"/>
          </a:p>
        </p:txBody>
      </p:sp>
    </p:spTree>
    <p:extLst>
      <p:ext uri="{BB962C8B-B14F-4D97-AF65-F5344CB8AC3E}">
        <p14:creationId xmlns:p14="http://schemas.microsoft.com/office/powerpoint/2010/main" val="4189085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32</a:t>
            </a:fld>
            <a:endParaRPr lang="en-US"/>
          </a:p>
        </p:txBody>
      </p:sp>
    </p:spTree>
    <p:extLst>
      <p:ext uri="{BB962C8B-B14F-4D97-AF65-F5344CB8AC3E}">
        <p14:creationId xmlns:p14="http://schemas.microsoft.com/office/powerpoint/2010/main" val="16255486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A2725E7-4B14-A0C9-FCB6-0F88534910C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xmlns="" id="{90DE6E67-7E20-C486-BC0E-D01EA4A5B228}"/>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xmlns="" id="{7396414A-6FCD-4F41-8FAB-AB15450C98EA}"/>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xmlns="" id="{51957DEF-DFA1-7AA6-A6A4-61105393C6C3}"/>
              </a:ext>
            </a:extLst>
          </p:cNvPr>
          <p:cNvSpPr>
            <a:spLocks noGrp="1"/>
          </p:cNvSpPr>
          <p:nvPr>
            <p:ph type="sldNum" sz="quarter" idx="5"/>
          </p:nvPr>
        </p:nvSpPr>
        <p:spPr/>
        <p:txBody>
          <a:bodyPr/>
          <a:lstStyle/>
          <a:p>
            <a:fld id="{EE639B56-7EE8-402D-B8B5-29A2765198B6}" type="slidenum">
              <a:rPr lang="en-US" smtClean="0"/>
              <a:t>33</a:t>
            </a:fld>
            <a:endParaRPr lang="en-US"/>
          </a:p>
        </p:txBody>
      </p:sp>
    </p:spTree>
    <p:extLst>
      <p:ext uri="{BB962C8B-B14F-4D97-AF65-F5344CB8AC3E}">
        <p14:creationId xmlns:p14="http://schemas.microsoft.com/office/powerpoint/2010/main" val="15853891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34</a:t>
            </a:fld>
            <a:endParaRPr lang="en-US"/>
          </a:p>
        </p:txBody>
      </p:sp>
    </p:spTree>
    <p:extLst>
      <p:ext uri="{BB962C8B-B14F-4D97-AF65-F5344CB8AC3E}">
        <p14:creationId xmlns:p14="http://schemas.microsoft.com/office/powerpoint/2010/main" val="37244959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166E167-7E61-B3CE-1E62-71FA31A048FB}"/>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xmlns="" id="{E5D4950D-01F4-30B7-D28C-236078FAE668}"/>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xmlns="" id="{05A3E231-026F-6D27-A49C-78167F14DE58}"/>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xmlns="" id="{FFC3E29C-00A6-1924-1ECD-F966173848F5}"/>
              </a:ext>
            </a:extLst>
          </p:cNvPr>
          <p:cNvSpPr>
            <a:spLocks noGrp="1"/>
          </p:cNvSpPr>
          <p:nvPr>
            <p:ph type="sldNum" sz="quarter" idx="5"/>
          </p:nvPr>
        </p:nvSpPr>
        <p:spPr/>
        <p:txBody>
          <a:bodyPr/>
          <a:lstStyle/>
          <a:p>
            <a:fld id="{EE639B56-7EE8-402D-B8B5-29A2765198B6}" type="slidenum">
              <a:rPr lang="en-US" smtClean="0"/>
              <a:t>35</a:t>
            </a:fld>
            <a:endParaRPr lang="en-US"/>
          </a:p>
        </p:txBody>
      </p:sp>
    </p:spTree>
    <p:extLst>
      <p:ext uri="{BB962C8B-B14F-4D97-AF65-F5344CB8AC3E}">
        <p14:creationId xmlns:p14="http://schemas.microsoft.com/office/powerpoint/2010/main" val="3208253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4452AED-7507-30DC-09A3-A4E5F352F04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xmlns="" id="{4752E314-CCF6-8618-46CC-3F6851C3CAB9}"/>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xmlns="" id="{B25B3B9B-E48D-81BF-A852-F6DC11D420E8}"/>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xmlns="" id="{5E72D8CB-1617-0B94-8CFE-1E8ED6EF08F5}"/>
              </a:ext>
            </a:extLst>
          </p:cNvPr>
          <p:cNvSpPr>
            <a:spLocks noGrp="1"/>
          </p:cNvSpPr>
          <p:nvPr>
            <p:ph type="sldNum" sz="quarter" idx="5"/>
          </p:nvPr>
        </p:nvSpPr>
        <p:spPr/>
        <p:txBody>
          <a:bodyPr/>
          <a:lstStyle/>
          <a:p>
            <a:fld id="{EE639B56-7EE8-402D-B8B5-29A2765198B6}" type="slidenum">
              <a:rPr lang="en-US" smtClean="0"/>
              <a:t>37</a:t>
            </a:fld>
            <a:endParaRPr lang="en-US"/>
          </a:p>
        </p:txBody>
      </p:sp>
    </p:spTree>
    <p:extLst>
      <p:ext uri="{BB962C8B-B14F-4D97-AF65-F5344CB8AC3E}">
        <p14:creationId xmlns:p14="http://schemas.microsoft.com/office/powerpoint/2010/main" val="19252119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44</a:t>
            </a:fld>
            <a:endParaRPr lang="en-US"/>
          </a:p>
        </p:txBody>
      </p:sp>
    </p:spTree>
    <p:extLst>
      <p:ext uri="{BB962C8B-B14F-4D97-AF65-F5344CB8AC3E}">
        <p14:creationId xmlns:p14="http://schemas.microsoft.com/office/powerpoint/2010/main" val="9147354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D46A3F-65C1-DBFB-571D-547EF864CFB2}"/>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xmlns="" id="{EA107BD9-90D9-3EB5-AAC1-7687F04EC5A0}"/>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xmlns="" id="{D6A973E5-F6AF-866A-5B30-380F20D403BD}"/>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xmlns="" id="{B8E6B72C-9A31-8B43-5247-F88B3CB31002}"/>
              </a:ext>
            </a:extLst>
          </p:cNvPr>
          <p:cNvSpPr>
            <a:spLocks noGrp="1"/>
          </p:cNvSpPr>
          <p:nvPr>
            <p:ph type="sldNum" sz="quarter" idx="5"/>
          </p:nvPr>
        </p:nvSpPr>
        <p:spPr/>
        <p:txBody>
          <a:bodyPr/>
          <a:lstStyle/>
          <a:p>
            <a:fld id="{EE639B56-7EE8-402D-B8B5-29A2765198B6}" type="slidenum">
              <a:rPr lang="en-US" smtClean="0"/>
              <a:t>46</a:t>
            </a:fld>
            <a:endParaRPr lang="en-US"/>
          </a:p>
        </p:txBody>
      </p:sp>
    </p:spTree>
    <p:extLst>
      <p:ext uri="{BB962C8B-B14F-4D97-AF65-F5344CB8AC3E}">
        <p14:creationId xmlns:p14="http://schemas.microsoft.com/office/powerpoint/2010/main" val="3255126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D30261-A7CC-EBC5-6B10-7108CAD42C7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xmlns="" id="{615D8C68-933E-3E6F-0CC3-A4BB6A7DD8C0}"/>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xmlns="" id="{C051991A-6997-51A7-F8E7-77B40B97DF76}"/>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xmlns="" id="{638AAC99-91C0-9CAC-A365-03943C663650}"/>
              </a:ext>
            </a:extLst>
          </p:cNvPr>
          <p:cNvSpPr>
            <a:spLocks noGrp="1"/>
          </p:cNvSpPr>
          <p:nvPr>
            <p:ph type="sldNum" sz="quarter" idx="5"/>
          </p:nvPr>
        </p:nvSpPr>
        <p:spPr/>
        <p:txBody>
          <a:bodyPr/>
          <a:lstStyle/>
          <a:p>
            <a:fld id="{EE639B56-7EE8-402D-B8B5-29A2765198B6}" type="slidenum">
              <a:rPr lang="en-US" smtClean="0"/>
              <a:t>47</a:t>
            </a:fld>
            <a:endParaRPr lang="en-US"/>
          </a:p>
        </p:txBody>
      </p:sp>
    </p:spTree>
    <p:extLst>
      <p:ext uri="{BB962C8B-B14F-4D97-AF65-F5344CB8AC3E}">
        <p14:creationId xmlns:p14="http://schemas.microsoft.com/office/powerpoint/2010/main" val="28177389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0BD4E9-E285-FFA9-B74C-FA7B5E88734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xmlns="" id="{A7CE1C39-D82D-CBC0-5B4B-E38F3C4B9B7F}"/>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xmlns="" id="{A3CE686A-B59A-3590-B823-A62D38861688}"/>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xmlns="" id="{06E412EA-7F43-0D84-E61E-DA05B153E853}"/>
              </a:ext>
            </a:extLst>
          </p:cNvPr>
          <p:cNvSpPr>
            <a:spLocks noGrp="1"/>
          </p:cNvSpPr>
          <p:nvPr>
            <p:ph type="sldNum" sz="quarter" idx="5"/>
          </p:nvPr>
        </p:nvSpPr>
        <p:spPr/>
        <p:txBody>
          <a:bodyPr/>
          <a:lstStyle/>
          <a:p>
            <a:fld id="{EE639B56-7EE8-402D-B8B5-29A2765198B6}" type="slidenum">
              <a:rPr lang="en-US" smtClean="0"/>
              <a:t>48</a:t>
            </a:fld>
            <a:endParaRPr lang="en-US"/>
          </a:p>
        </p:txBody>
      </p:sp>
    </p:spTree>
    <p:extLst>
      <p:ext uri="{BB962C8B-B14F-4D97-AF65-F5344CB8AC3E}">
        <p14:creationId xmlns:p14="http://schemas.microsoft.com/office/powerpoint/2010/main" val="239688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07/12/2025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07/12/2025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07/12/2025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07/12/2025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07/12/2025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xmlns="" id="{ECC07320-C2CA-4E29-8481-9D9E143C778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omputer screen shot of a computer&#10;&#10;AI-generated content may be incorrect.">
            <a:extLst>
              <a:ext uri="{FF2B5EF4-FFF2-40B4-BE49-F238E27FC236}">
                <a16:creationId xmlns:a16="http://schemas.microsoft.com/office/drawing/2014/main" xmlns="" id="{BF466540-6FCE-99F7-96B1-767D56D996D7}"/>
              </a:ext>
            </a:extLst>
          </p:cNvPr>
          <p:cNvPicPr>
            <a:picLocks noChangeAspect="1"/>
          </p:cNvPicPr>
          <p:nvPr/>
        </p:nvPicPr>
        <p:blipFill>
          <a:blip r:embed="rId3"/>
          <a:srcRect r="21041"/>
          <a:stretch>
            <a:fillRect/>
          </a:stretch>
        </p:blipFill>
        <p:spPr>
          <a:xfrm>
            <a:off x="1" y="10"/>
            <a:ext cx="9669642" cy="6857990"/>
          </a:xfrm>
          <a:prstGeom prst="rect">
            <a:avLst/>
          </a:prstGeom>
        </p:spPr>
      </p:pic>
      <p:sp>
        <p:nvSpPr>
          <p:cNvPr id="38" name="Rectangle 37">
            <a:extLst>
              <a:ext uri="{FF2B5EF4-FFF2-40B4-BE49-F238E27FC236}">
                <a16:creationId xmlns:a16="http://schemas.microsoft.com/office/drawing/2014/main" xmlns="" id="{178FB36B-5BFE-42CA-BC60-1115E0D95EE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7935401" y="753226"/>
            <a:ext cx="3997517" cy="3692028"/>
          </a:xfrm>
          <a:noFill/>
        </p:spPr>
        <p:txBody>
          <a:bodyPr>
            <a:normAutofit fontScale="90000"/>
          </a:bodyPr>
          <a:lstStyle/>
          <a:p>
            <a:pPr algn="r">
              <a:defRPr sz="6000" b="1">
                <a:solidFill>
                  <a:srgbClr val="38BDF8"/>
                </a:solidFill>
                <a:latin typeface="Urbanist"/>
              </a:defRPr>
            </a:pP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Operating System</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Essential</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for</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Developers</a:t>
            </a:r>
            <a:endParaRPr lang="en-US"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
        <p:nvSpPr>
          <p:cNvPr id="3" name="Subtitle 2"/>
          <p:cNvSpPr>
            <a:spLocks noGrp="1"/>
          </p:cNvSpPr>
          <p:nvPr>
            <p:ph type="subTitle" idx="1"/>
          </p:nvPr>
        </p:nvSpPr>
        <p:spPr>
          <a:xfrm>
            <a:off x="7935402" y="5372681"/>
            <a:ext cx="3997517" cy="1485319"/>
          </a:xfrm>
          <a:noFill/>
        </p:spPr>
        <p:txBody>
          <a:bodyPr>
            <a:normAutofit/>
          </a:bodyPr>
          <a:lstStyle/>
          <a:p>
            <a:pPr algn="r">
              <a:lnSpc>
                <a:spcPct val="90000"/>
              </a:lnSpc>
              <a:defRPr sz="2800">
                <a:solidFill>
                  <a:srgbClr val="CBD5E1"/>
                </a:solidFill>
                <a:latin typeface="Urbanist"/>
              </a:defRPr>
            </a:pPr>
            <a:endParaRPr lang="en-US" altLang="ko-KR" sz="1600" dirty="0">
              <a:solidFill>
                <a:srgbClr val="002060"/>
              </a:solidFill>
            </a:endParaRPr>
          </a:p>
          <a:p>
            <a:pPr algn="r">
              <a:lnSpc>
                <a:spcPct val="90000"/>
              </a:lnSpc>
              <a:defRPr sz="2800">
                <a:solidFill>
                  <a:srgbClr val="CBD5E1"/>
                </a:solidFill>
                <a:latin typeface="Urbanist"/>
              </a:defRPr>
            </a:pPr>
            <a:r>
              <a:rPr lang="en-US" altLang="ko-KR" sz="1600" dirty="0">
                <a:solidFill>
                  <a:srgbClr val="002060"/>
                </a:solidFill>
              </a:rPr>
              <a:t>Nguyen </a:t>
            </a:r>
            <a:r>
              <a:rPr lang="en-US" altLang="ko-KR" sz="1600" dirty="0" err="1">
                <a:solidFill>
                  <a:srgbClr val="002060"/>
                </a:solidFill>
              </a:rPr>
              <a:t>Thi</a:t>
            </a:r>
            <a:r>
              <a:rPr lang="en-US" altLang="ko-KR" sz="1600" dirty="0">
                <a:solidFill>
                  <a:srgbClr val="002060"/>
                </a:solidFill>
              </a:rPr>
              <a:t> Binh An</a:t>
            </a:r>
          </a:p>
          <a:p>
            <a:pPr algn="r">
              <a:lnSpc>
                <a:spcPct val="90000"/>
              </a:lnSpc>
              <a:defRPr sz="2800">
                <a:solidFill>
                  <a:srgbClr val="CBD5E1"/>
                </a:solidFill>
                <a:latin typeface="Urbanist"/>
              </a:defRPr>
            </a:pPr>
            <a:r>
              <a:rPr lang="en-US" altLang="ko-KR" sz="1600" dirty="0">
                <a:solidFill>
                  <a:srgbClr val="002060"/>
                </a:solidFill>
              </a:rPr>
              <a:t>D&amp;A Development Team</a:t>
            </a:r>
          </a:p>
          <a:p>
            <a:pPr algn="r">
              <a:lnSpc>
                <a:spcPct val="90000"/>
              </a:lnSpc>
              <a:defRPr sz="2800">
                <a:solidFill>
                  <a:srgbClr val="CBD5E1"/>
                </a:solidFill>
                <a:latin typeface="Urbanist"/>
              </a:defRPr>
            </a:pPr>
            <a:r>
              <a:rPr lang="en-US" altLang="ko-KR" sz="1600" dirty="0">
                <a:solidFill>
                  <a:srgbClr val="002060"/>
                </a:solidFill>
              </a:rPr>
              <a:t>LG CNS Vietnam Build Center</a:t>
            </a:r>
          </a:p>
        </p:txBody>
      </p:sp>
    </p:spTree>
    <p:extLst>
      <p:ext uri="{BB962C8B-B14F-4D97-AF65-F5344CB8AC3E}">
        <p14:creationId xmlns:p14="http://schemas.microsoft.com/office/powerpoint/2010/main" val="1568431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C4282117-9DE7-325C-F94A-5BF33C28E8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C6A6215-2044-0691-53D8-0C0EDED4E058}"/>
              </a:ext>
            </a:extLst>
          </p:cNvPr>
          <p:cNvSpPr>
            <a:spLocks noGrp="1"/>
          </p:cNvSpPr>
          <p:nvPr>
            <p:ph type="ctrTitle"/>
          </p:nvPr>
        </p:nvSpPr>
        <p:spPr>
          <a:xfrm>
            <a:off x="0" y="1"/>
            <a:ext cx="12192000" cy="6858000"/>
          </a:xfrm>
        </p:spPr>
        <p:txBody>
          <a:bodyPr>
            <a:normAutofit/>
          </a:bodyPr>
          <a:lstStyle/>
          <a:p>
            <a:pPr>
              <a:defRPr sz="6000" b="1">
                <a:solidFill>
                  <a:srgbClr val="38BDF8"/>
                </a:solidFill>
                <a:latin typeface="Urbanist"/>
              </a:defRPr>
            </a:pPr>
            <a:r>
              <a:rPr lang="en-US" dirty="0"/>
              <a:t>#1: </a:t>
            </a:r>
            <a:r>
              <a:rPr lang="en-US" dirty="0" smtClean="0"/>
              <a:t>Introduction</a:t>
            </a:r>
            <a:br>
              <a:rPr lang="en-US" dirty="0" smtClean="0"/>
            </a:br>
            <a:r>
              <a:rPr lang="en-US" dirty="0" smtClean="0"/>
              <a:t>#2: CPU Scheduling</a:t>
            </a:r>
            <a:br>
              <a:rPr lang="en-US" dirty="0" smtClean="0"/>
            </a:br>
            <a:r>
              <a:rPr lang="en-US" dirty="0" smtClean="0"/>
              <a:t>#3: Memory Management</a:t>
            </a:r>
            <a:br>
              <a:rPr lang="en-US" dirty="0" smtClean="0"/>
            </a:br>
            <a:r>
              <a:rPr lang="en-US" dirty="0" smtClean="0"/>
              <a:t>#4: File System</a:t>
            </a:r>
            <a:br>
              <a:rPr lang="en-US" dirty="0" smtClean="0"/>
            </a:br>
            <a:r>
              <a:rPr lang="en-US" dirty="0" smtClean="0"/>
              <a:t>#5: Socket &amp; Networking</a:t>
            </a:r>
            <a:br>
              <a:rPr lang="en-US" dirty="0" smtClean="0"/>
            </a:br>
            <a:r>
              <a:rPr lang="en-US" dirty="0" smtClean="0"/>
              <a:t>#6: Environment Configuration</a:t>
            </a:r>
            <a:br>
              <a:rPr lang="en-US" dirty="0" smtClean="0"/>
            </a:br>
            <a:r>
              <a:rPr lang="en-US" dirty="0" smtClean="0"/>
              <a:t>#7: Practical Examples</a:t>
            </a:r>
            <a:endParaRPr dirty="0"/>
          </a:p>
        </p:txBody>
      </p:sp>
    </p:spTree>
    <p:extLst>
      <p:ext uri="{BB962C8B-B14F-4D97-AF65-F5344CB8AC3E}">
        <p14:creationId xmlns:p14="http://schemas.microsoft.com/office/powerpoint/2010/main" val="27344225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2CCB36B9-C612-1FF9-3BE2-9B8FF78EE0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4D33F4C-99C7-D329-975F-1952B56C4A51}"/>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#1: Introduction</a:t>
            </a:r>
            <a:endParaRPr dirty="0"/>
          </a:p>
        </p:txBody>
      </p:sp>
      <p:sp>
        <p:nvSpPr>
          <p:cNvPr id="3" name="Subtitle 2">
            <a:extLst>
              <a:ext uri="{FF2B5EF4-FFF2-40B4-BE49-F238E27FC236}">
                <a16:creationId xmlns:a16="http://schemas.microsoft.com/office/drawing/2014/main" xmlns="" id="{510125BD-4BC8-E202-25CE-4FE09AD63BF2}"/>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Operating System – The world beneath your code</a:t>
            </a:r>
            <a:endParaRPr dirty="0"/>
          </a:p>
        </p:txBody>
      </p:sp>
    </p:spTree>
    <p:extLst>
      <p:ext uri="{BB962C8B-B14F-4D97-AF65-F5344CB8AC3E}">
        <p14:creationId xmlns:p14="http://schemas.microsoft.com/office/powerpoint/2010/main" val="952008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Operating System Fundamentals</a:t>
            </a:r>
            <a:endParaRPr dirty="0"/>
          </a:p>
        </p:txBody>
      </p:sp>
      <p:sp>
        <p:nvSpPr>
          <p:cNvPr id="3" name="Subtitle 2"/>
          <p:cNvSpPr>
            <a:spLocks noGrp="1"/>
          </p:cNvSpPr>
          <p:nvPr>
            <p:ph type="subTitle" idx="1"/>
          </p:nvPr>
        </p:nvSpPr>
        <p:spPr>
          <a:xfrm>
            <a:off x="0" y="3886200"/>
            <a:ext cx="12192000" cy="1752600"/>
          </a:xfrm>
        </p:spPr>
        <p:txBody>
          <a:bodyPr/>
          <a:lstStyle/>
          <a:p>
            <a:pPr>
              <a:defRPr sz="2800">
                <a:solidFill>
                  <a:srgbClr val="CBD5E1"/>
                </a:solidFill>
                <a:latin typeface="Urbanist"/>
              </a:defRPr>
            </a:pPr>
            <a:r>
              <a:rPr lang="en-US" dirty="0"/>
              <a:t>Practical software development daily challenges</a:t>
            </a:r>
            <a:endParaRPr dirty="0"/>
          </a:p>
        </p:txBody>
      </p:sp>
      <p:pic>
        <p:nvPicPr>
          <p:cNvPr id="6" name="Picture 5"/>
          <p:cNvPicPr>
            <a:picLocks noChangeAspect="1"/>
          </p:cNvPicPr>
          <p:nvPr/>
        </p:nvPicPr>
        <p:blipFill>
          <a:blip r:embed="rId2"/>
          <a:stretch>
            <a:fillRect/>
          </a:stretch>
        </p:blipFill>
        <p:spPr>
          <a:xfrm>
            <a:off x="0" y="0"/>
            <a:ext cx="12192000" cy="6857512"/>
          </a:xfrm>
          <a:prstGeom prst="rect">
            <a:avLst/>
          </a:prstGeom>
        </p:spPr>
      </p:pic>
    </p:spTree>
    <p:extLst>
      <p:ext uri="{BB962C8B-B14F-4D97-AF65-F5344CB8AC3E}">
        <p14:creationId xmlns:p14="http://schemas.microsoft.com/office/powerpoint/2010/main" val="23472516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FF11F845-0DB5-E584-30BD-CCC885031E7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xmlns="" id="{D7A453D2-15D8-4403-815F-291FA16340D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xmlns="" id="{8161EA6B-09CA-445B-AB0D-8DF76FA92DE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xmlns="" id="{913B067F-3154-4968-A886-DF93A787EC44}"/>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1" y="2075420"/>
            <a:ext cx="12048729" cy="4093306"/>
            <a:chOff x="1" y="2075420"/>
            <a:chExt cx="12048729" cy="4093306"/>
          </a:xfrm>
        </p:grpSpPr>
        <p:sp>
          <p:nvSpPr>
            <p:cNvPr id="22" name="Oval 21">
              <a:extLst>
                <a:ext uri="{FF2B5EF4-FFF2-40B4-BE49-F238E27FC236}">
                  <a16:creationId xmlns:a16="http://schemas.microsoft.com/office/drawing/2014/main" xmlns="" id="{97583D6C-C05B-47AB-8540-B2700B82A4A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xmlns="" id="{6501AD91-D973-4968-95E4-4C26CFDF8F7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xmlns="" id="{5C165989-F5FE-4BB6-9817-E7828CB1D6E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xmlns="" id="{6B0649CC-B912-4E82-BEA0-DA75ECB19A6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25">
              <a:extLst>
                <a:ext uri="{FF2B5EF4-FFF2-40B4-BE49-F238E27FC236}">
                  <a16:creationId xmlns:a16="http://schemas.microsoft.com/office/drawing/2014/main" xmlns="" id="{6BA08C17-C9A5-4FA8-ABC4-44FB3B86967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xmlns="" id="{70DEAC6C-553C-437E-BC17-D4495233756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xmlns="" id="{B8114C98-A349-4111-A123-E8EAB86ABE3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xmlns="" id="{670FB431-AE18-414D-92F4-1D12D1991152}"/>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11259539" y="317578"/>
            <a:ext cx="548640" cy="549007"/>
            <a:chOff x="7029447" y="3514725"/>
            <a:chExt cx="1285875" cy="549007"/>
          </a:xfrm>
        </p:grpSpPr>
        <p:cxnSp>
          <p:nvCxnSpPr>
            <p:cNvPr id="32" name="Straight Connector 31">
              <a:extLst>
                <a:ext uri="{FF2B5EF4-FFF2-40B4-BE49-F238E27FC236}">
                  <a16:creationId xmlns:a16="http://schemas.microsoft.com/office/drawing/2014/main" xmlns="" id="{24467063-D74E-4D42-8790-B9F6D69584B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xmlns="" id="{A1D19BAC-1681-47BC-AAF5-92FAFFF6F4C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0" name="Straight Connector 33">
              <a:extLst>
                <a:ext uri="{FF2B5EF4-FFF2-40B4-BE49-F238E27FC236}">
                  <a16:creationId xmlns:a16="http://schemas.microsoft.com/office/drawing/2014/main" xmlns="" id="{94347C2B-E846-452C-97AA-7E254FC1CE8F}"/>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xmlns="" id="{10EA2B35-7959-4C2A-84AA-FF5D94FEDE90}"/>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7" name="Rectangle 36">
            <a:extLst>
              <a:ext uri="{FF2B5EF4-FFF2-40B4-BE49-F238E27FC236}">
                <a16:creationId xmlns:a16="http://schemas.microsoft.com/office/drawing/2014/main" xmlns="" id="{E2D3D3F2-ABBB-4453-B1C5-1BEBF7E4DD5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9" name="Group 38">
            <a:extLst>
              <a:ext uri="{FF2B5EF4-FFF2-40B4-BE49-F238E27FC236}">
                <a16:creationId xmlns:a16="http://schemas.microsoft.com/office/drawing/2014/main" xmlns="" id="{8214E4A5-A0D2-42C4-8D14-D2A7E495F041}"/>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rot="5400000">
            <a:off x="616345" y="5940560"/>
            <a:ext cx="1285875" cy="549007"/>
            <a:chOff x="7029447" y="3514725"/>
            <a:chExt cx="1285875" cy="549007"/>
          </a:xfrm>
        </p:grpSpPr>
        <p:cxnSp>
          <p:nvCxnSpPr>
            <p:cNvPr id="40" name="Straight Connector 39">
              <a:extLst>
                <a:ext uri="{FF2B5EF4-FFF2-40B4-BE49-F238E27FC236}">
                  <a16:creationId xmlns:a16="http://schemas.microsoft.com/office/drawing/2014/main" xmlns="" id="{7494D7A0-6B21-41E8-A7D3-0033BBB79156}"/>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xmlns="" id="{1E141D7D-32B0-448E-A666-EA8703AFCF2C}"/>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0" name="Straight Connector 41">
              <a:extLst>
                <a:ext uri="{FF2B5EF4-FFF2-40B4-BE49-F238E27FC236}">
                  <a16:creationId xmlns:a16="http://schemas.microsoft.com/office/drawing/2014/main" xmlns="" id="{8D87E268-6345-420F-8B97-B37ED04100EC}"/>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xmlns="" id="{35E1622E-7FA6-4760-A2BF-A8105EBF7BB9}"/>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xmlns="" id="{7D1E4385-BD7B-438A-A9EB-4A873BCFD37E}"/>
              </a:ext>
            </a:extLst>
          </p:cNvPr>
          <p:cNvSpPr>
            <a:spLocks noGrp="1"/>
          </p:cNvSpPr>
          <p:nvPr>
            <p:ph type="title"/>
          </p:nvPr>
        </p:nvSpPr>
        <p:spPr>
          <a:xfrm>
            <a:off x="630935" y="4018137"/>
            <a:ext cx="5071221" cy="2129586"/>
          </a:xfrm>
          <a:noFill/>
        </p:spPr>
        <p:txBody>
          <a:bodyPr anchor="t">
            <a:normAutofit/>
          </a:bodyPr>
          <a:lstStyle/>
          <a:p>
            <a:pPr algn="l">
              <a:defRPr sz="4400" b="1">
                <a:solidFill>
                  <a:srgbClr val="F1F5F9"/>
                </a:solidFill>
                <a:latin typeface="Urbanist"/>
              </a:defRPr>
            </a:pPr>
            <a:r>
              <a:rPr lang="en-US" sz="4800" dirty="0">
                <a:solidFill>
                  <a:schemeClr val="bg1"/>
                </a:solidFill>
              </a:rPr>
              <a:t>Operating System Roles</a:t>
            </a:r>
          </a:p>
        </p:txBody>
      </p:sp>
      <p:pic>
        <p:nvPicPr>
          <p:cNvPr id="12" name="그림 11">
            <a:extLst>
              <a:ext uri="{FF2B5EF4-FFF2-40B4-BE49-F238E27FC236}">
                <a16:creationId xmlns:a16="http://schemas.microsoft.com/office/drawing/2014/main" xmlns="" id="{EF8CA1FF-FDDB-400D-5512-BA9A0AD17A4F}"/>
              </a:ext>
            </a:extLst>
          </p:cNvPr>
          <p:cNvPicPr>
            <a:picLocks noChangeAspect="1"/>
          </p:cNvPicPr>
          <p:nvPr/>
        </p:nvPicPr>
        <p:blipFill>
          <a:blip r:embed="rId2"/>
          <a:stretch>
            <a:fillRect/>
          </a:stretch>
        </p:blipFill>
        <p:spPr>
          <a:xfrm>
            <a:off x="631359" y="854358"/>
            <a:ext cx="10843065" cy="2792089"/>
          </a:xfrm>
          <a:prstGeom prst="rect">
            <a:avLst/>
          </a:prstGeom>
        </p:spPr>
      </p:pic>
      <p:grpSp>
        <p:nvGrpSpPr>
          <p:cNvPr id="45" name="Group 44">
            <a:extLst>
              <a:ext uri="{FF2B5EF4-FFF2-40B4-BE49-F238E27FC236}">
                <a16:creationId xmlns:a16="http://schemas.microsoft.com/office/drawing/2014/main" xmlns="" id="{1F4E1649-4D1F-4A91-AF97-A254BFDD524D}"/>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rot="16200000">
            <a:off x="474192" y="776904"/>
            <a:ext cx="304800" cy="429768"/>
            <a:chOff x="215328" y="-46937"/>
            <a:chExt cx="304800" cy="2773841"/>
          </a:xfrm>
        </p:grpSpPr>
        <p:cxnSp>
          <p:nvCxnSpPr>
            <p:cNvPr id="46" name="Straight Connector 45">
              <a:extLst>
                <a:ext uri="{FF2B5EF4-FFF2-40B4-BE49-F238E27FC236}">
                  <a16:creationId xmlns:a16="http://schemas.microsoft.com/office/drawing/2014/main" xmlns="" id="{FE483602-62F9-474D-9C9B-5EE4CD7671CB}"/>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xmlns="" id="{DD7D1AC0-A6C7-40E3-9841-F34AC831A483}"/>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47">
              <a:extLst>
                <a:ext uri="{FF2B5EF4-FFF2-40B4-BE49-F238E27FC236}">
                  <a16:creationId xmlns:a16="http://schemas.microsoft.com/office/drawing/2014/main" xmlns="" id="{F951C4DD-7427-497D-9DE3-9D731D3F456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xmlns="" id="{0EE18298-0BF5-4D7A-921A-2F4186E8D96A}"/>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1" name="Oval 50">
            <a:extLst>
              <a:ext uri="{FF2B5EF4-FFF2-40B4-BE49-F238E27FC236}">
                <a16:creationId xmlns:a16="http://schemas.microsoft.com/office/drawing/2014/main" xmlns="" id="{773AEA78-C03B-40B7-9D11-DC022119D57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xmlns="" id="{74271A8F-8137-2206-5D1B-9895C096F4F8}"/>
              </a:ext>
            </a:extLst>
          </p:cNvPr>
          <p:cNvSpPr>
            <a:spLocks noGrp="1"/>
          </p:cNvSpPr>
          <p:nvPr>
            <p:ph idx="1"/>
          </p:nvPr>
        </p:nvSpPr>
        <p:spPr>
          <a:xfrm>
            <a:off x="5925304" y="4018143"/>
            <a:ext cx="5549111" cy="2129599"/>
          </a:xfrm>
          <a:noFill/>
        </p:spPr>
        <p:txBody>
          <a:bodyPr anchor="t">
            <a:normAutofit/>
          </a:bodyPr>
          <a:lstStyle/>
          <a:p>
            <a:pPr>
              <a:lnSpc>
                <a:spcPct val="90000"/>
              </a:lnSpc>
              <a:spcAft>
                <a:spcPts val="1400"/>
              </a:spcAft>
              <a:buFontTx/>
              <a:buChar char="-"/>
              <a:defRPr sz="2200">
                <a:solidFill>
                  <a:srgbClr val="CBD5E1"/>
                </a:solidFill>
                <a:latin typeface="Urbanist"/>
              </a:defRPr>
            </a:pPr>
            <a:r>
              <a:rPr lang="en-US" sz="1800">
                <a:solidFill>
                  <a:schemeClr val="bg1"/>
                </a:solidFill>
              </a:rPr>
              <a:t>A program provide an easy way to execute application program, interface between apps and computer hardware</a:t>
            </a:r>
          </a:p>
          <a:p>
            <a:pPr>
              <a:lnSpc>
                <a:spcPct val="90000"/>
              </a:lnSpc>
              <a:spcAft>
                <a:spcPts val="1400"/>
              </a:spcAft>
              <a:buFontTx/>
              <a:buChar char="-"/>
              <a:defRPr sz="2200">
                <a:solidFill>
                  <a:srgbClr val="CBD5E1"/>
                </a:solidFill>
                <a:latin typeface="Urbanist"/>
              </a:defRPr>
            </a:pPr>
            <a:r>
              <a:rPr lang="en-US" sz="1800">
                <a:solidFill>
                  <a:schemeClr val="bg1"/>
                </a:solidFill>
              </a:rPr>
              <a:t>Resource manager : CPU, Memory, I/O Devices …</a:t>
            </a:r>
          </a:p>
          <a:p>
            <a:pPr>
              <a:lnSpc>
                <a:spcPct val="90000"/>
              </a:lnSpc>
              <a:spcAft>
                <a:spcPts val="1400"/>
              </a:spcAft>
              <a:buFontTx/>
              <a:buChar char="-"/>
              <a:defRPr sz="2200">
                <a:solidFill>
                  <a:srgbClr val="CBD5E1"/>
                </a:solidFill>
                <a:latin typeface="Urbanist"/>
              </a:defRPr>
            </a:pPr>
            <a:r>
              <a:rPr lang="en-US" sz="1800">
                <a:solidFill>
                  <a:schemeClr val="bg1"/>
                </a:solidFill>
              </a:rPr>
              <a:t>Provide set of utilities system functions to facilitates and simplifies application programing</a:t>
            </a:r>
          </a:p>
        </p:txBody>
      </p:sp>
      <p:sp>
        <p:nvSpPr>
          <p:cNvPr id="4" name="AutoShape 2">
            <a:extLst>
              <a:ext uri="{FF2B5EF4-FFF2-40B4-BE49-F238E27FC236}">
                <a16:creationId xmlns:a16="http://schemas.microsoft.com/office/drawing/2014/main" xmlns="" id="{C9624D3B-7A6F-57CD-4077-FFDC9DF2F2D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5" name="AutoShape 4">
            <a:extLst>
              <a:ext uri="{FF2B5EF4-FFF2-40B4-BE49-F238E27FC236}">
                <a16:creationId xmlns:a16="http://schemas.microsoft.com/office/drawing/2014/main" xmlns="" id="{D5125BF6-7FDF-C099-9260-0782ECC05C65}"/>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Tree>
    <p:extLst>
      <p:ext uri="{BB962C8B-B14F-4D97-AF65-F5344CB8AC3E}">
        <p14:creationId xmlns:p14="http://schemas.microsoft.com/office/powerpoint/2010/main" val="23039633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Operating System Fundamentals</a:t>
            </a:r>
            <a:endParaRPr dirty="0"/>
          </a:p>
        </p:txBody>
      </p:sp>
      <p:sp>
        <p:nvSpPr>
          <p:cNvPr id="3" name="Subtitle 2"/>
          <p:cNvSpPr>
            <a:spLocks noGrp="1"/>
          </p:cNvSpPr>
          <p:nvPr>
            <p:ph type="subTitle" idx="1"/>
          </p:nvPr>
        </p:nvSpPr>
        <p:spPr>
          <a:xfrm>
            <a:off x="0" y="3886200"/>
            <a:ext cx="12192000" cy="1752600"/>
          </a:xfrm>
        </p:spPr>
        <p:txBody>
          <a:bodyPr/>
          <a:lstStyle/>
          <a:p>
            <a:pPr>
              <a:defRPr sz="2800">
                <a:solidFill>
                  <a:srgbClr val="CBD5E1"/>
                </a:solidFill>
                <a:latin typeface="Urbanist"/>
              </a:defRPr>
            </a:pPr>
            <a:r>
              <a:rPr lang="en-US" dirty="0"/>
              <a:t>Practical software development daily challenges</a:t>
            </a:r>
            <a:endParaRPr dirty="0"/>
          </a:p>
        </p:txBody>
      </p:sp>
      <p:pic>
        <p:nvPicPr>
          <p:cNvPr id="4" name="Picture 3"/>
          <p:cNvPicPr>
            <a:picLocks noChangeAspect="1"/>
          </p:cNvPicPr>
          <p:nvPr/>
        </p:nvPicPr>
        <p:blipFill>
          <a:blip r:embed="rId3"/>
          <a:stretch>
            <a:fillRect/>
          </a:stretch>
        </p:blipFill>
        <p:spPr>
          <a:xfrm>
            <a:off x="218574" y="708498"/>
            <a:ext cx="11758569" cy="5128098"/>
          </a:xfrm>
          <a:prstGeom prst="rect">
            <a:avLst/>
          </a:prstGeom>
        </p:spPr>
      </p:pic>
    </p:spTree>
    <p:extLst>
      <p:ext uri="{BB962C8B-B14F-4D97-AF65-F5344CB8AC3E}">
        <p14:creationId xmlns:p14="http://schemas.microsoft.com/office/powerpoint/2010/main" val="18042588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ED318884-A065-04FD-F64E-EA33DEBDE1F3}"/>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xmlns="" id="{B95B9BA8-1D69-4796-85F5-B6D0BD52354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1D859D4B-FACA-DD5B-536F-3ADE14FB02D3}"/>
              </a:ext>
            </a:extLst>
          </p:cNvPr>
          <p:cNvSpPr>
            <a:spLocks noGrp="1"/>
          </p:cNvSpPr>
          <p:nvPr>
            <p:ph type="title"/>
          </p:nvPr>
        </p:nvSpPr>
        <p:spPr>
          <a:xfrm>
            <a:off x="0" y="1641752"/>
            <a:ext cx="4391025" cy="1323439"/>
          </a:xfrm>
        </p:spPr>
        <p:txBody>
          <a:bodyPr anchor="t">
            <a:normAutofit/>
          </a:bodyPr>
          <a:lstStyle/>
          <a:p>
            <a:pPr>
              <a:defRPr sz="4400" b="1">
                <a:solidFill>
                  <a:srgbClr val="F1F5F9"/>
                </a:solidFill>
                <a:latin typeface="Urbanist"/>
              </a:defRPr>
            </a:pPr>
            <a:r>
              <a:rPr lang="en-US" sz="4000" dirty="0">
                <a:solidFill>
                  <a:schemeClr val="bg1"/>
                </a:solidFill>
              </a:rPr>
              <a:t>System Call Definition</a:t>
            </a:r>
          </a:p>
        </p:txBody>
      </p:sp>
      <p:sp>
        <p:nvSpPr>
          <p:cNvPr id="3" name="Content Placeholder 2">
            <a:extLst>
              <a:ext uri="{FF2B5EF4-FFF2-40B4-BE49-F238E27FC236}">
                <a16:creationId xmlns:a16="http://schemas.microsoft.com/office/drawing/2014/main" xmlns="" id="{C861A190-360C-3EC5-2371-86AD053D4CE5}"/>
              </a:ext>
            </a:extLst>
          </p:cNvPr>
          <p:cNvSpPr>
            <a:spLocks noGrp="1"/>
          </p:cNvSpPr>
          <p:nvPr>
            <p:ph idx="1"/>
          </p:nvPr>
        </p:nvSpPr>
        <p:spPr>
          <a:xfrm>
            <a:off x="49916" y="3075505"/>
            <a:ext cx="4269853" cy="2454300"/>
          </a:xfrm>
        </p:spPr>
        <p:txBody>
          <a:bodyPr>
            <a:normAutofit fontScale="92500" lnSpcReduction="10000"/>
          </a:bodyPr>
          <a:lstStyle/>
          <a:p>
            <a:pPr>
              <a:spcAft>
                <a:spcPts val="1400"/>
              </a:spcAft>
              <a:buFontTx/>
              <a:buChar char="-"/>
              <a:defRPr sz="2200">
                <a:solidFill>
                  <a:srgbClr val="CBD5E1"/>
                </a:solidFill>
                <a:latin typeface="Urbanist"/>
              </a:defRPr>
            </a:pPr>
            <a:r>
              <a:rPr lang="en-US" altLang="ko-KR" sz="2200" dirty="0">
                <a:solidFill>
                  <a:schemeClr val="bg1">
                    <a:alpha val="80000"/>
                  </a:schemeClr>
                </a:solidFill>
              </a:rPr>
              <a:t>The programming interface called applications, the bridge between User Mode and Kernel Mode, so the application can interact </a:t>
            </a:r>
          </a:p>
          <a:p>
            <a:pPr>
              <a:spcAft>
                <a:spcPts val="1400"/>
              </a:spcAft>
              <a:buFontTx/>
              <a:buChar char="-"/>
              <a:defRPr sz="2200">
                <a:solidFill>
                  <a:srgbClr val="CBD5E1"/>
                </a:solidFill>
                <a:latin typeface="Urbanist"/>
              </a:defRPr>
            </a:pPr>
            <a:r>
              <a:rPr lang="en-US" altLang="ko-KR" sz="2200" dirty="0">
                <a:solidFill>
                  <a:schemeClr val="bg1">
                    <a:alpha val="80000"/>
                  </a:schemeClr>
                </a:solidFill>
              </a:rPr>
              <a:t>Excessive system calls in tight loops cause performance issues.</a:t>
            </a:r>
            <a:endParaRPr lang="en-US" sz="2200" dirty="0">
              <a:solidFill>
                <a:schemeClr val="bg1">
                  <a:alpha val="80000"/>
                </a:schemeClr>
              </a:solidFill>
            </a:endParaRPr>
          </a:p>
        </p:txBody>
      </p:sp>
      <p:pic>
        <p:nvPicPr>
          <p:cNvPr id="10" name="그림 9">
            <a:extLst>
              <a:ext uri="{FF2B5EF4-FFF2-40B4-BE49-F238E27FC236}">
                <a16:creationId xmlns:a16="http://schemas.microsoft.com/office/drawing/2014/main" xmlns="" id="{7CDF688C-DF88-0261-3438-F56202DDF7E8}"/>
              </a:ext>
            </a:extLst>
          </p:cNvPr>
          <p:cNvPicPr>
            <a:picLocks noChangeAspect="1"/>
          </p:cNvPicPr>
          <p:nvPr/>
        </p:nvPicPr>
        <p:blipFill>
          <a:blip r:embed="rId3"/>
          <a:stretch>
            <a:fillRect/>
          </a:stretch>
        </p:blipFill>
        <p:spPr>
          <a:xfrm>
            <a:off x="4369684" y="1221867"/>
            <a:ext cx="7772400" cy="4743450"/>
          </a:xfrm>
          <a:prstGeom prst="rect">
            <a:avLst/>
          </a:prstGeom>
        </p:spPr>
      </p:pic>
    </p:spTree>
    <p:extLst>
      <p:ext uri="{BB962C8B-B14F-4D97-AF65-F5344CB8AC3E}">
        <p14:creationId xmlns:p14="http://schemas.microsoft.com/office/powerpoint/2010/main" val="267506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0F114EB3-9130-76AB-874B-635BF66B9E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241455A-0979-4E3B-DD30-672B491250C8}"/>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#2: CPU Scheduling</a:t>
            </a:r>
            <a:endParaRPr dirty="0"/>
          </a:p>
        </p:txBody>
      </p:sp>
      <p:sp>
        <p:nvSpPr>
          <p:cNvPr id="3" name="Subtitle 2">
            <a:extLst>
              <a:ext uri="{FF2B5EF4-FFF2-40B4-BE49-F238E27FC236}">
                <a16:creationId xmlns:a16="http://schemas.microsoft.com/office/drawing/2014/main" xmlns="" id="{128E6746-5597-0025-9476-1D6AC0CD1994}"/>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How the brain of computer executing the code</a:t>
            </a:r>
            <a:endParaRPr dirty="0"/>
          </a:p>
        </p:txBody>
      </p:sp>
    </p:spTree>
    <p:extLst>
      <p:ext uri="{BB962C8B-B14F-4D97-AF65-F5344CB8AC3E}">
        <p14:creationId xmlns:p14="http://schemas.microsoft.com/office/powerpoint/2010/main" val="2574612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xmlns="" id="{18ADF6B5-BDBF-DDFF-E171-065DCD63CE9B}"/>
              </a:ext>
            </a:extLst>
          </p:cNvPr>
          <p:cNvPicPr>
            <a:picLocks noChangeAspect="1"/>
          </p:cNvPicPr>
          <p:nvPr/>
        </p:nvPicPr>
        <p:blipFill>
          <a:blip r:embed="rId3"/>
          <a:stretch>
            <a:fillRect/>
          </a:stretch>
        </p:blipFill>
        <p:spPr>
          <a:xfrm>
            <a:off x="259914" y="0"/>
            <a:ext cx="11672172"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t>Understanding Processes</a:t>
            </a:r>
          </a:p>
        </p:txBody>
      </p:sp>
      <p:sp>
        <p:nvSpPr>
          <p:cNvPr id="3" name="Content Placeholder 2"/>
          <p:cNvSpPr>
            <a:spLocks noGrp="1"/>
          </p:cNvSpPr>
          <p:nvPr>
            <p:ph idx="1"/>
          </p:nvPr>
        </p:nvSpPr>
        <p:spPr>
          <a:xfrm>
            <a:off x="457200" y="1600200"/>
            <a:ext cx="5005137" cy="4525963"/>
          </a:xfrm>
        </p:spPr>
        <p:txBody>
          <a:bodyPr/>
          <a:lstStyle/>
          <a:p>
            <a:pPr marL="0" indent="0">
              <a:spcAft>
                <a:spcPts val="1400"/>
              </a:spcAft>
              <a:buNone/>
              <a:defRPr sz="2200">
                <a:solidFill>
                  <a:srgbClr val="CBD5E1"/>
                </a:solidFill>
                <a:latin typeface="Urbanist"/>
              </a:defRPr>
            </a:pPr>
            <a:r>
              <a:rPr dirty="0"/>
              <a:t>Core Concepts</a:t>
            </a:r>
          </a:p>
          <a:p>
            <a:pPr marL="0" indent="0">
              <a:spcAft>
                <a:spcPts val="1400"/>
              </a:spcAft>
              <a:buNone/>
              <a:defRPr sz="2200">
                <a:solidFill>
                  <a:srgbClr val="CBD5E1"/>
                </a:solidFill>
                <a:latin typeface="Urbanist"/>
              </a:defRPr>
            </a:pPr>
            <a:r>
              <a:rPr dirty="0"/>
              <a:t>- Process vs. Application: One application can spawn multiple independent processes.</a:t>
            </a:r>
          </a:p>
          <a:p>
            <a:pPr marL="0" indent="0">
              <a:spcAft>
                <a:spcPts val="1400"/>
              </a:spcAft>
              <a:buNone/>
              <a:defRPr sz="2200">
                <a:solidFill>
                  <a:srgbClr val="CBD5E1"/>
                </a:solidFill>
                <a:latin typeface="Urbanist"/>
              </a:defRPr>
            </a:pPr>
            <a:r>
              <a:rPr dirty="0"/>
              <a:t>- Lifecycle States: Creation, Running, Waiting, Terminated.</a:t>
            </a:r>
          </a:p>
          <a:p>
            <a:pPr marL="0" indent="0">
              <a:spcAft>
                <a:spcPts val="1400"/>
              </a:spcAft>
              <a:buNone/>
              <a:defRPr sz="2200">
                <a:solidFill>
                  <a:srgbClr val="CBD5E1"/>
                </a:solidFill>
                <a:latin typeface="Urbanist"/>
              </a:defRPr>
            </a:pPr>
            <a:r>
              <a:rPr dirty="0"/>
              <a:t>- Memory Protection: Every process operates in isolated memory space.</a:t>
            </a:r>
          </a:p>
        </p:txBody>
      </p:sp>
      <p:pic>
        <p:nvPicPr>
          <p:cNvPr id="4" name="Picture 3"/>
          <p:cNvPicPr>
            <a:picLocks noChangeAspect="1"/>
          </p:cNvPicPr>
          <p:nvPr/>
        </p:nvPicPr>
        <p:blipFill>
          <a:blip r:embed="rId2"/>
          <a:stretch>
            <a:fillRect/>
          </a:stretch>
        </p:blipFill>
        <p:spPr>
          <a:xfrm>
            <a:off x="5793455" y="1694364"/>
            <a:ext cx="6067425" cy="3857625"/>
          </a:xfrm>
          <a:prstGeom prst="rect">
            <a:avLst/>
          </a:prstGeom>
        </p:spPr>
      </p:pic>
    </p:spTree>
    <p:extLst>
      <p:ext uri="{BB962C8B-B14F-4D97-AF65-F5344CB8AC3E}">
        <p14:creationId xmlns:p14="http://schemas.microsoft.com/office/powerpoint/2010/main" val="712723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134B17E3-4E3E-A5B4-96A0-6F366454F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44D7BA5B-9A87-63CD-0B7A-1658945C41D2}"/>
              </a:ext>
            </a:extLst>
          </p:cNvPr>
          <p:cNvSpPr>
            <a:spLocks noGrp="1"/>
          </p:cNvSpPr>
          <p:nvPr>
            <p:ph type="title"/>
          </p:nvPr>
        </p:nvSpPr>
        <p:spPr/>
        <p:txBody>
          <a:bodyPr/>
          <a:lstStyle/>
          <a:p>
            <a:pPr algn="l">
              <a:defRPr sz="4400" b="1">
                <a:solidFill>
                  <a:srgbClr val="F1F5F9"/>
                </a:solidFill>
                <a:latin typeface="Urbanist"/>
              </a:defRPr>
            </a:pPr>
            <a:r>
              <a:t>Why It Matters</a:t>
            </a:r>
          </a:p>
        </p:txBody>
      </p:sp>
      <p:sp>
        <p:nvSpPr>
          <p:cNvPr id="3" name="Content Placeholder 2">
            <a:extLst>
              <a:ext uri="{FF2B5EF4-FFF2-40B4-BE49-F238E27FC236}">
                <a16:creationId xmlns:a16="http://schemas.microsoft.com/office/drawing/2014/main" xmlns="" id="{D11378A7-EBC1-2FB3-AFC5-F9D0F6BD11F8}"/>
              </a:ext>
            </a:extLst>
          </p:cNvPr>
          <p:cNvSpPr>
            <a:spLocks noGrp="1"/>
          </p:cNvSpPr>
          <p:nvPr>
            <p:ph idx="1"/>
          </p:nvPr>
        </p:nvSpPr>
        <p:spPr/>
        <p:txBody>
          <a:bodyPr/>
          <a:lstStyle/>
          <a:p>
            <a:pPr marL="0" indent="0">
              <a:spcAft>
                <a:spcPts val="1400"/>
              </a:spcAft>
              <a:buNone/>
              <a:defRPr sz="2200">
                <a:solidFill>
                  <a:srgbClr val="CBD5E1"/>
                </a:solidFill>
                <a:latin typeface="Urbanist"/>
              </a:defRPr>
            </a:pPr>
            <a:r>
              <a:rPr dirty="0"/>
              <a:t>Process Isolation &amp; Safety</a:t>
            </a:r>
          </a:p>
          <a:p>
            <a:pPr marL="0" indent="0">
              <a:spcAft>
                <a:spcPts val="1400"/>
              </a:spcAft>
              <a:buNone/>
              <a:defRPr sz="2200">
                <a:solidFill>
                  <a:srgbClr val="CBD5E1"/>
                </a:solidFill>
                <a:latin typeface="Urbanist"/>
              </a:defRPr>
            </a:pPr>
            <a:r>
              <a:rPr dirty="0"/>
              <a:t>- Your application runs as a</a:t>
            </a:r>
            <a:r>
              <a:rPr lang="en-US" dirty="0"/>
              <a:t> (or many)</a:t>
            </a:r>
            <a:r>
              <a:rPr dirty="0"/>
              <a:t> distinct process.</a:t>
            </a:r>
          </a:p>
          <a:p>
            <a:pPr marL="0" indent="0">
              <a:spcAft>
                <a:spcPts val="1400"/>
              </a:spcAft>
              <a:buNone/>
              <a:defRPr sz="2200">
                <a:solidFill>
                  <a:srgbClr val="CBD5E1"/>
                </a:solidFill>
                <a:latin typeface="Urbanist"/>
              </a:defRPr>
            </a:pPr>
            <a:r>
              <a:rPr dirty="0"/>
              <a:t>- Isolation allows the OS to contain crashes.</a:t>
            </a:r>
          </a:p>
          <a:p>
            <a:pPr marL="0" indent="0">
              <a:spcAft>
                <a:spcPts val="1400"/>
              </a:spcAft>
              <a:buNone/>
              <a:defRPr sz="2200">
                <a:solidFill>
                  <a:srgbClr val="CBD5E1"/>
                </a:solidFill>
                <a:latin typeface="Urbanist"/>
              </a:defRPr>
            </a:pPr>
            <a:r>
              <a:rPr dirty="0"/>
              <a:t>- Critical for debugging memory leaks and segmentation faults.</a:t>
            </a:r>
            <a:endParaRPr lang="en-US" dirty="0"/>
          </a:p>
          <a:p>
            <a:pPr marL="0" indent="0">
              <a:spcAft>
                <a:spcPts val="1400"/>
              </a:spcAft>
              <a:buNone/>
              <a:defRPr sz="2200">
                <a:solidFill>
                  <a:srgbClr val="CBD5E1"/>
                </a:solidFill>
                <a:latin typeface="Urbanist"/>
              </a:defRPr>
            </a:pPr>
            <a:r>
              <a:rPr lang="en-US" dirty="0"/>
              <a:t>- Inter Process Communication (IPC) : ways of processes for exchanging data or collaborating to solve a task</a:t>
            </a:r>
            <a:endParaRPr dirty="0"/>
          </a:p>
        </p:txBody>
      </p:sp>
    </p:spTree>
    <p:extLst>
      <p:ext uri="{BB962C8B-B14F-4D97-AF65-F5344CB8AC3E}">
        <p14:creationId xmlns:p14="http://schemas.microsoft.com/office/powerpoint/2010/main" val="217179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3">
            <a:extLst>
              <a:ext uri="{FF2B5EF4-FFF2-40B4-BE49-F238E27FC236}">
                <a16:creationId xmlns:a16="http://schemas.microsoft.com/office/drawing/2014/main" xmlns="" id="{F3060C83-F051-4F0E-ABAD-AA0DFC48B21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xmlns="" id="{83C98ABE-055B-441F-B07E-44F97F083C3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xmlns="" id="{29FDB030-9B49-4CED-8CCD-4D99382388A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xmlns="" id="{3783CA14-24A1-485C-8B30-D6A5D87987A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xmlns="" id="{9A97C86A-04D6-40F7-AE84-31AB43E6A84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Isosceles Triangle 23">
            <a:extLst>
              <a:ext uri="{FF2B5EF4-FFF2-40B4-BE49-F238E27FC236}">
                <a16:creationId xmlns:a16="http://schemas.microsoft.com/office/drawing/2014/main" xmlns="" id="{FF9F2414-84E8-453E-B1F3-389FDE8192D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그림 8" descr="텍스트, 스크린샷, 원, 라인이(가) 표시된 사진&#10;&#10;AI 생성 콘텐츠는 정확하지 않을 수 있습니다.">
            <a:extLst>
              <a:ext uri="{FF2B5EF4-FFF2-40B4-BE49-F238E27FC236}">
                <a16:creationId xmlns:a16="http://schemas.microsoft.com/office/drawing/2014/main" xmlns="" id="{1B3D57CB-0925-5830-7950-C980A144F450}"/>
              </a:ext>
            </a:extLst>
          </p:cNvPr>
          <p:cNvPicPr>
            <a:picLocks noChangeAspect="1"/>
          </p:cNvPicPr>
          <p:nvPr/>
        </p:nvPicPr>
        <p:blipFill>
          <a:blip r:embed="rId2"/>
          <a:stretch>
            <a:fillRect/>
          </a:stretch>
        </p:blipFill>
        <p:spPr>
          <a:xfrm>
            <a:off x="961376" y="643467"/>
            <a:ext cx="10269247" cy="5571065"/>
          </a:xfrm>
          <a:prstGeom prst="rect">
            <a:avLst/>
          </a:prstGeom>
          <a:ln>
            <a:noFill/>
          </a:ln>
        </p:spPr>
      </p:pic>
      <p:sp>
        <p:nvSpPr>
          <p:cNvPr id="26" name="Isosceles Triangle 25">
            <a:extLst>
              <a:ext uri="{FF2B5EF4-FFF2-40B4-BE49-F238E27FC236}">
                <a16:creationId xmlns:a16="http://schemas.microsoft.com/office/drawing/2014/main" xmlns="" id="{3ECA69A1-7536-43AC-85EF-C7106179F5E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BB1F93B4-5CF6-97FF-58FD-B2907F965C5F}"/>
            </a:ext>
          </a:extLst>
        </p:cNvPr>
        <p:cNvGrpSpPr/>
        <p:nvPr/>
      </p:nvGrpSpPr>
      <p:grpSpPr>
        <a:xfrm>
          <a:off x="0" y="0"/>
          <a:ext cx="0" cy="0"/>
          <a:chOff x="0" y="0"/>
          <a:chExt cx="0" cy="0"/>
        </a:xfrm>
      </p:grpSpPr>
      <p:sp>
        <p:nvSpPr>
          <p:cNvPr id="17" name="Rectangle 13">
            <a:extLst>
              <a:ext uri="{FF2B5EF4-FFF2-40B4-BE49-F238E27FC236}">
                <a16:creationId xmlns:a16="http://schemas.microsoft.com/office/drawing/2014/main" xmlns="" id="{90F1F048-9C50-FC94-5343-4CBD69060392}"/>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xmlns="" id="{4F807B28-0C9D-50B3-35AF-87CBC123FCF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xmlns="" id="{F2B31E0C-9734-3D61-4C3D-7AC6FDA2B5E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xmlns="" id="{AA73FAF5-2C4E-2825-F292-48EDEFC08E9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xmlns="" id="{F127E56E-05C4-3919-60BA-86D1561663D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Isosceles Triangle 23">
            <a:extLst>
              <a:ext uri="{FF2B5EF4-FFF2-40B4-BE49-F238E27FC236}">
                <a16:creationId xmlns:a16="http://schemas.microsoft.com/office/drawing/2014/main" xmlns="" id="{9A6CCEBB-AF4D-9103-B4C0-DB2DE98066A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Isosceles Triangle 25">
            <a:extLst>
              <a:ext uri="{FF2B5EF4-FFF2-40B4-BE49-F238E27FC236}">
                <a16:creationId xmlns:a16="http://schemas.microsoft.com/office/drawing/2014/main" xmlns="" id="{7E172E66-EC31-D659-B400-AD23816B377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그림 1">
            <a:extLst>
              <a:ext uri="{FF2B5EF4-FFF2-40B4-BE49-F238E27FC236}">
                <a16:creationId xmlns:a16="http://schemas.microsoft.com/office/drawing/2014/main" xmlns="" id="{7EC42D6A-F09C-3480-229D-00E853F59093}"/>
              </a:ext>
            </a:extLst>
          </p:cNvPr>
          <p:cNvPicPr>
            <a:picLocks noChangeAspect="1"/>
          </p:cNvPicPr>
          <p:nvPr/>
        </p:nvPicPr>
        <p:blipFill>
          <a:blip r:embed="rId2"/>
          <a:srcRect r="340" b="-1"/>
          <a:stretch>
            <a:fillRect/>
          </a:stretch>
        </p:blipFill>
        <p:spPr>
          <a:xfrm>
            <a:off x="577637" y="424330"/>
            <a:ext cx="11036726" cy="5869478"/>
          </a:xfrm>
          <a:custGeom>
            <a:avLst/>
            <a:gdLst/>
            <a:ahLst/>
            <a:cxnLst/>
            <a:rect l="l" t="t" r="r" b="b"/>
            <a:pathLst>
              <a:path w="10630858" h="5869478">
                <a:moveTo>
                  <a:pt x="5791061" y="218"/>
                </a:moveTo>
                <a:cubicBezTo>
                  <a:pt x="5877327" y="-560"/>
                  <a:pt x="5971399" y="626"/>
                  <a:pt x="6073275" y="5793"/>
                </a:cubicBezTo>
                <a:cubicBezTo>
                  <a:pt x="6098744" y="7086"/>
                  <a:pt x="6121786" y="8165"/>
                  <a:pt x="6142651" y="9057"/>
                </a:cubicBezTo>
                <a:lnTo>
                  <a:pt x="6164185" y="9874"/>
                </a:lnTo>
                <a:lnTo>
                  <a:pt x="6258731" y="5793"/>
                </a:lnTo>
                <a:lnTo>
                  <a:pt x="6319194" y="2002"/>
                </a:lnTo>
                <a:lnTo>
                  <a:pt x="6413049" y="11772"/>
                </a:lnTo>
                <a:cubicBezTo>
                  <a:pt x="6592720" y="42783"/>
                  <a:pt x="6774188" y="66100"/>
                  <a:pt x="6956654" y="46745"/>
                </a:cubicBezTo>
                <a:cubicBezTo>
                  <a:pt x="7082424" y="33223"/>
                  <a:pt x="7207994" y="25294"/>
                  <a:pt x="7334364" y="25763"/>
                </a:cubicBezTo>
                <a:cubicBezTo>
                  <a:pt x="7624835" y="25763"/>
                  <a:pt x="7915502" y="28559"/>
                  <a:pt x="8205974" y="22730"/>
                </a:cubicBezTo>
                <a:cubicBezTo>
                  <a:pt x="8464499" y="17601"/>
                  <a:pt x="8722029" y="6412"/>
                  <a:pt x="8980756" y="34620"/>
                </a:cubicBezTo>
                <a:cubicBezTo>
                  <a:pt x="9362658" y="76124"/>
                  <a:pt x="9746556" y="62832"/>
                  <a:pt x="10129655" y="57937"/>
                </a:cubicBezTo>
                <a:lnTo>
                  <a:pt x="10163726" y="56766"/>
                </a:lnTo>
                <a:lnTo>
                  <a:pt x="10254950" y="73131"/>
                </a:lnTo>
                <a:lnTo>
                  <a:pt x="10311819" y="101928"/>
                </a:lnTo>
                <a:cubicBezTo>
                  <a:pt x="10479504" y="200737"/>
                  <a:pt x="10591476" y="367254"/>
                  <a:pt x="10625532" y="561669"/>
                </a:cubicBezTo>
                <a:lnTo>
                  <a:pt x="10626834" y="578090"/>
                </a:lnTo>
                <a:lnTo>
                  <a:pt x="10611964" y="734537"/>
                </a:lnTo>
                <a:cubicBezTo>
                  <a:pt x="10602387" y="823467"/>
                  <a:pt x="10587763" y="913306"/>
                  <a:pt x="10611964" y="1001326"/>
                </a:cubicBezTo>
                <a:cubicBezTo>
                  <a:pt x="10628543" y="1062669"/>
                  <a:pt x="10632231" y="1127783"/>
                  <a:pt x="10622705" y="1191154"/>
                </a:cubicBezTo>
                <a:cubicBezTo>
                  <a:pt x="10606645" y="1303627"/>
                  <a:pt x="10603293" y="1418084"/>
                  <a:pt x="10612740" y="1531572"/>
                </a:cubicBezTo>
                <a:cubicBezTo>
                  <a:pt x="10618978" y="1606398"/>
                  <a:pt x="10618020" y="1681815"/>
                  <a:pt x="10609893" y="1756397"/>
                </a:cubicBezTo>
                <a:cubicBezTo>
                  <a:pt x="10599152" y="1856690"/>
                  <a:pt x="10582457" y="1958800"/>
                  <a:pt x="10602776" y="2059394"/>
                </a:cubicBezTo>
                <a:cubicBezTo>
                  <a:pt x="10635130" y="2219226"/>
                  <a:pt x="10628659" y="2378906"/>
                  <a:pt x="10615717" y="2539949"/>
                </a:cubicBezTo>
                <a:cubicBezTo>
                  <a:pt x="10606011" y="2659785"/>
                  <a:pt x="10595269" y="2780984"/>
                  <a:pt x="10614682" y="2902183"/>
                </a:cubicBezTo>
                <a:cubicBezTo>
                  <a:pt x="10623029" y="2958418"/>
                  <a:pt x="10623029" y="3015928"/>
                  <a:pt x="10614682" y="3072165"/>
                </a:cubicBezTo>
                <a:cubicBezTo>
                  <a:pt x="10604587" y="3147914"/>
                  <a:pt x="10595010" y="3222907"/>
                  <a:pt x="10607952" y="3299413"/>
                </a:cubicBezTo>
                <a:cubicBezTo>
                  <a:pt x="10613646" y="3332743"/>
                  <a:pt x="10617917" y="3366376"/>
                  <a:pt x="10620894" y="3400009"/>
                </a:cubicBezTo>
                <a:cubicBezTo>
                  <a:pt x="10626822" y="3485877"/>
                  <a:pt x="10624699" y="3572233"/>
                  <a:pt x="10614553" y="3657556"/>
                </a:cubicBezTo>
                <a:cubicBezTo>
                  <a:pt x="10604846" y="3756637"/>
                  <a:pt x="10620635" y="3856323"/>
                  <a:pt x="10607694" y="3955100"/>
                </a:cubicBezTo>
                <a:cubicBezTo>
                  <a:pt x="10598504" y="4034653"/>
                  <a:pt x="10598155" y="4115265"/>
                  <a:pt x="10606658" y="4194923"/>
                </a:cubicBezTo>
                <a:cubicBezTo>
                  <a:pt x="10621954" y="4345512"/>
                  <a:pt x="10620998" y="4497755"/>
                  <a:pt x="10603811" y="4648057"/>
                </a:cubicBezTo>
                <a:cubicBezTo>
                  <a:pt x="10593198" y="4735775"/>
                  <a:pt x="10587116" y="4826067"/>
                  <a:pt x="10606140" y="4912119"/>
                </a:cubicBezTo>
                <a:cubicBezTo>
                  <a:pt x="10628530" y="5013245"/>
                  <a:pt x="10633189" y="5114446"/>
                  <a:pt x="10629921" y="5215515"/>
                </a:cubicBezTo>
                <a:lnTo>
                  <a:pt x="10625356" y="5273604"/>
                </a:lnTo>
                <a:lnTo>
                  <a:pt x="10624284" y="5284086"/>
                </a:lnTo>
                <a:cubicBezTo>
                  <a:pt x="10601148" y="5404993"/>
                  <a:pt x="10545219" y="5529874"/>
                  <a:pt x="10458692" y="5632218"/>
                </a:cubicBezTo>
                <a:lnTo>
                  <a:pt x="10418904" y="5670857"/>
                </a:lnTo>
                <a:lnTo>
                  <a:pt x="10417064" y="5673484"/>
                </a:lnTo>
                <a:cubicBezTo>
                  <a:pt x="10307992" y="5802550"/>
                  <a:pt x="10158402" y="5877799"/>
                  <a:pt x="9954609" y="5858572"/>
                </a:cubicBezTo>
                <a:cubicBezTo>
                  <a:pt x="9860355" y="5870096"/>
                  <a:pt x="9750551" y="5855439"/>
                  <a:pt x="9657171" y="5854061"/>
                </a:cubicBezTo>
                <a:lnTo>
                  <a:pt x="9612467" y="5856387"/>
                </a:lnTo>
                <a:lnTo>
                  <a:pt x="9279984" y="5838331"/>
                </a:lnTo>
                <a:cubicBezTo>
                  <a:pt x="9153141" y="5834280"/>
                  <a:pt x="9026273" y="5834164"/>
                  <a:pt x="8899305" y="5841275"/>
                </a:cubicBezTo>
                <a:cubicBezTo>
                  <a:pt x="8761407" y="5850940"/>
                  <a:pt x="8623304" y="5854733"/>
                  <a:pt x="8485266" y="5852671"/>
                </a:cubicBezTo>
                <a:lnTo>
                  <a:pt x="8314842" y="5842884"/>
                </a:lnTo>
                <a:lnTo>
                  <a:pt x="8193631" y="5825368"/>
                </a:lnTo>
                <a:lnTo>
                  <a:pt x="8029897" y="5818284"/>
                </a:lnTo>
                <a:lnTo>
                  <a:pt x="8028296" y="5817260"/>
                </a:lnTo>
                <a:lnTo>
                  <a:pt x="8008332" y="5817260"/>
                </a:lnTo>
                <a:lnTo>
                  <a:pt x="8006732" y="5818114"/>
                </a:lnTo>
                <a:lnTo>
                  <a:pt x="7839115" y="5825368"/>
                </a:lnTo>
                <a:lnTo>
                  <a:pt x="7801585" y="5830791"/>
                </a:lnTo>
                <a:lnTo>
                  <a:pt x="7734233" y="5834980"/>
                </a:lnTo>
                <a:lnTo>
                  <a:pt x="7482820" y="5855530"/>
                </a:lnTo>
                <a:lnTo>
                  <a:pt x="7445741" y="5854102"/>
                </a:lnTo>
                <a:lnTo>
                  <a:pt x="7403701" y="5858035"/>
                </a:lnTo>
                <a:lnTo>
                  <a:pt x="7155292" y="5854564"/>
                </a:lnTo>
                <a:cubicBezTo>
                  <a:pt x="6874805" y="5835913"/>
                  <a:pt x="6593917" y="5824488"/>
                  <a:pt x="6312830" y="5849900"/>
                </a:cubicBezTo>
                <a:lnTo>
                  <a:pt x="6232577" y="5855788"/>
                </a:lnTo>
                <a:lnTo>
                  <a:pt x="6231985" y="5855764"/>
                </a:lnTo>
                <a:lnTo>
                  <a:pt x="6166003" y="5858572"/>
                </a:lnTo>
                <a:cubicBezTo>
                  <a:pt x="6100624" y="5861901"/>
                  <a:pt x="6043822" y="5864887"/>
                  <a:pt x="5993271" y="5866513"/>
                </a:cubicBezTo>
                <a:lnTo>
                  <a:pt x="5925657" y="5866398"/>
                </a:lnTo>
                <a:lnTo>
                  <a:pt x="5833706" y="5859695"/>
                </a:lnTo>
                <a:cubicBezTo>
                  <a:pt x="5697214" y="5841788"/>
                  <a:pt x="5559607" y="5838897"/>
                  <a:pt x="5422657" y="5851067"/>
                </a:cubicBezTo>
                <a:lnTo>
                  <a:pt x="5250035" y="5858044"/>
                </a:lnTo>
                <a:lnTo>
                  <a:pt x="5151093" y="5858278"/>
                </a:lnTo>
                <a:lnTo>
                  <a:pt x="4972680" y="5851067"/>
                </a:lnTo>
                <a:cubicBezTo>
                  <a:pt x="4829141" y="5841741"/>
                  <a:pt x="4685204" y="5826120"/>
                  <a:pt x="4542066" y="5842905"/>
                </a:cubicBezTo>
                <a:cubicBezTo>
                  <a:pt x="4491758" y="5848734"/>
                  <a:pt x="4441488" y="5852626"/>
                  <a:pt x="4391242" y="5854962"/>
                </a:cubicBezTo>
                <a:lnTo>
                  <a:pt x="4246482" y="5857576"/>
                </a:lnTo>
                <a:lnTo>
                  <a:pt x="4221030" y="5856572"/>
                </a:lnTo>
                <a:lnTo>
                  <a:pt x="4218005" y="5856681"/>
                </a:lnTo>
                <a:lnTo>
                  <a:pt x="3939367" y="5844305"/>
                </a:lnTo>
                <a:cubicBezTo>
                  <a:pt x="3773470" y="5832648"/>
                  <a:pt x="3606974" y="5815626"/>
                  <a:pt x="3441875" y="5843140"/>
                </a:cubicBezTo>
                <a:cubicBezTo>
                  <a:pt x="3386806" y="5851400"/>
                  <a:pt x="3331601" y="5858126"/>
                  <a:pt x="3276306" y="5863318"/>
                </a:cubicBezTo>
                <a:lnTo>
                  <a:pt x="3225006" y="5866706"/>
                </a:lnTo>
                <a:lnTo>
                  <a:pt x="3194056" y="5866407"/>
                </a:lnTo>
                <a:lnTo>
                  <a:pt x="3082891" y="5863061"/>
                </a:lnTo>
                <a:lnTo>
                  <a:pt x="3013959" y="5869302"/>
                </a:lnTo>
                <a:cubicBezTo>
                  <a:pt x="2910698" y="5871464"/>
                  <a:pt x="2845426" y="5852913"/>
                  <a:pt x="2748311" y="5858572"/>
                </a:cubicBezTo>
                <a:cubicBezTo>
                  <a:pt x="2736171" y="5859279"/>
                  <a:pt x="2721419" y="5860082"/>
                  <a:pt x="2704411" y="5860936"/>
                </a:cubicBezTo>
                <a:lnTo>
                  <a:pt x="2650475" y="5863440"/>
                </a:lnTo>
                <a:lnTo>
                  <a:pt x="2436349" y="5854816"/>
                </a:lnTo>
                <a:cubicBezTo>
                  <a:pt x="2095150" y="5845165"/>
                  <a:pt x="1753811" y="5845122"/>
                  <a:pt x="1412584" y="5830782"/>
                </a:cubicBezTo>
                <a:cubicBezTo>
                  <a:pt x="1262458" y="5824256"/>
                  <a:pt x="1113131" y="5859227"/>
                  <a:pt x="963404" y="5861093"/>
                </a:cubicBezTo>
                <a:cubicBezTo>
                  <a:pt x="896140" y="5861967"/>
                  <a:pt x="828812" y="5861342"/>
                  <a:pt x="761431" y="5859896"/>
                </a:cubicBezTo>
                <a:lnTo>
                  <a:pt x="637698" y="5856158"/>
                </a:lnTo>
                <a:lnTo>
                  <a:pt x="592997" y="5853711"/>
                </a:lnTo>
                <a:cubicBezTo>
                  <a:pt x="391136" y="5830428"/>
                  <a:pt x="227663" y="5724844"/>
                  <a:pt x="123577" y="5564333"/>
                </a:cubicBezTo>
                <a:lnTo>
                  <a:pt x="99502" y="5518240"/>
                </a:lnTo>
                <a:lnTo>
                  <a:pt x="95609" y="5512764"/>
                </a:lnTo>
                <a:lnTo>
                  <a:pt x="86221" y="5492812"/>
                </a:lnTo>
                <a:lnTo>
                  <a:pt x="61763" y="5445986"/>
                </a:lnTo>
                <a:lnTo>
                  <a:pt x="56991" y="5430695"/>
                </a:lnTo>
                <a:lnTo>
                  <a:pt x="41922" y="5398673"/>
                </a:lnTo>
                <a:lnTo>
                  <a:pt x="25760" y="5339273"/>
                </a:lnTo>
                <a:lnTo>
                  <a:pt x="16811" y="5271956"/>
                </a:lnTo>
                <a:cubicBezTo>
                  <a:pt x="9305" y="5238090"/>
                  <a:pt x="4710" y="5203585"/>
                  <a:pt x="3092" y="5168860"/>
                </a:cubicBezTo>
                <a:cubicBezTo>
                  <a:pt x="-7132" y="5042101"/>
                  <a:pt x="10081" y="4917108"/>
                  <a:pt x="24446" y="4791844"/>
                </a:cubicBezTo>
                <a:cubicBezTo>
                  <a:pt x="34023" y="4712006"/>
                  <a:pt x="48647" y="4631352"/>
                  <a:pt x="24446" y="4552331"/>
                </a:cubicBezTo>
                <a:cubicBezTo>
                  <a:pt x="7867" y="4497261"/>
                  <a:pt x="4180" y="4438805"/>
                  <a:pt x="13705" y="4381912"/>
                </a:cubicBezTo>
                <a:cubicBezTo>
                  <a:pt x="29766" y="4280940"/>
                  <a:pt x="33117" y="4178184"/>
                  <a:pt x="23670" y="4076300"/>
                </a:cubicBezTo>
                <a:cubicBezTo>
                  <a:pt x="17432" y="4009125"/>
                  <a:pt x="18390" y="3941419"/>
                  <a:pt x="26517" y="3874462"/>
                </a:cubicBezTo>
                <a:cubicBezTo>
                  <a:pt x="37258" y="3784423"/>
                  <a:pt x="53954" y="3692752"/>
                  <a:pt x="33635" y="3602444"/>
                </a:cubicBezTo>
                <a:cubicBezTo>
                  <a:pt x="1280" y="3458954"/>
                  <a:pt x="7751" y="3315599"/>
                  <a:pt x="20694" y="3171022"/>
                </a:cubicBezTo>
                <a:cubicBezTo>
                  <a:pt x="30400" y="3063439"/>
                  <a:pt x="41141" y="2954632"/>
                  <a:pt x="21728" y="2845824"/>
                </a:cubicBezTo>
                <a:cubicBezTo>
                  <a:pt x="13381" y="2795337"/>
                  <a:pt x="13381" y="2743709"/>
                  <a:pt x="21728" y="2693221"/>
                </a:cubicBezTo>
                <a:cubicBezTo>
                  <a:pt x="31823" y="2625218"/>
                  <a:pt x="41400" y="2557892"/>
                  <a:pt x="28458" y="2489208"/>
                </a:cubicBezTo>
                <a:cubicBezTo>
                  <a:pt x="22764" y="2459285"/>
                  <a:pt x="18493" y="2429092"/>
                  <a:pt x="15516" y="2398898"/>
                </a:cubicBezTo>
                <a:cubicBezTo>
                  <a:pt x="9589" y="2321809"/>
                  <a:pt x="11711" y="2244283"/>
                  <a:pt x="21857" y="2167683"/>
                </a:cubicBezTo>
                <a:cubicBezTo>
                  <a:pt x="31564" y="2078733"/>
                  <a:pt x="15776" y="1989238"/>
                  <a:pt x="28717" y="1900560"/>
                </a:cubicBezTo>
                <a:cubicBezTo>
                  <a:pt x="37907" y="1829142"/>
                  <a:pt x="38255" y="1756772"/>
                  <a:pt x="29752" y="1685258"/>
                </a:cubicBezTo>
                <a:cubicBezTo>
                  <a:pt x="14456" y="1550065"/>
                  <a:pt x="15412" y="1413389"/>
                  <a:pt x="32599" y="1278454"/>
                </a:cubicBezTo>
                <a:cubicBezTo>
                  <a:pt x="43212" y="1199704"/>
                  <a:pt x="49294" y="1118644"/>
                  <a:pt x="30270" y="1041390"/>
                </a:cubicBezTo>
                <a:cubicBezTo>
                  <a:pt x="-14509" y="859818"/>
                  <a:pt x="11634" y="677973"/>
                  <a:pt x="30270" y="497354"/>
                </a:cubicBezTo>
                <a:lnTo>
                  <a:pt x="31725" y="472895"/>
                </a:lnTo>
                <a:lnTo>
                  <a:pt x="43781" y="427827"/>
                </a:lnTo>
                <a:lnTo>
                  <a:pt x="50994" y="413476"/>
                </a:lnTo>
                <a:lnTo>
                  <a:pt x="58372" y="387895"/>
                </a:lnTo>
                <a:cubicBezTo>
                  <a:pt x="111660" y="254431"/>
                  <a:pt x="198390" y="154469"/>
                  <a:pt x="306361" y="90092"/>
                </a:cubicBezTo>
                <a:lnTo>
                  <a:pt x="343340" y="71955"/>
                </a:lnTo>
                <a:lnTo>
                  <a:pt x="451947" y="55771"/>
                </a:lnTo>
                <a:lnTo>
                  <a:pt x="480681" y="50638"/>
                </a:lnTo>
                <a:lnTo>
                  <a:pt x="500476" y="51097"/>
                </a:lnTo>
                <a:cubicBezTo>
                  <a:pt x="614729" y="49684"/>
                  <a:pt x="728933" y="43772"/>
                  <a:pt x="843024" y="32056"/>
                </a:cubicBezTo>
                <a:cubicBezTo>
                  <a:pt x="1123212" y="7156"/>
                  <a:pt x="1404499" y="3566"/>
                  <a:pt x="1685086" y="21332"/>
                </a:cubicBezTo>
                <a:cubicBezTo>
                  <a:pt x="1938623" y="33688"/>
                  <a:pt x="2191759" y="64000"/>
                  <a:pt x="2445896" y="38121"/>
                </a:cubicBezTo>
                <a:cubicBezTo>
                  <a:pt x="2489616" y="33690"/>
                  <a:pt x="2532937" y="26111"/>
                  <a:pt x="2576333" y="19030"/>
                </a:cubicBezTo>
                <a:lnTo>
                  <a:pt x="2696353" y="4251"/>
                </a:lnTo>
                <a:lnTo>
                  <a:pt x="2745536" y="5232"/>
                </a:lnTo>
                <a:cubicBezTo>
                  <a:pt x="2818993" y="6452"/>
                  <a:pt x="2887864" y="7004"/>
                  <a:pt x="2947014" y="5793"/>
                </a:cubicBezTo>
                <a:cubicBezTo>
                  <a:pt x="3006163" y="4584"/>
                  <a:pt x="3060036" y="3178"/>
                  <a:pt x="3110399" y="1949"/>
                </a:cubicBezTo>
                <a:lnTo>
                  <a:pt x="3199002" y="221"/>
                </a:lnTo>
                <a:lnTo>
                  <a:pt x="3325015" y="3583"/>
                </a:lnTo>
                <a:cubicBezTo>
                  <a:pt x="3530714" y="12997"/>
                  <a:pt x="3736239" y="28910"/>
                  <a:pt x="3941762" y="43248"/>
                </a:cubicBezTo>
                <a:cubicBezTo>
                  <a:pt x="4091489" y="53739"/>
                  <a:pt x="4241215" y="66563"/>
                  <a:pt x="4390942" y="37886"/>
                </a:cubicBezTo>
                <a:cubicBezTo>
                  <a:pt x="4517292" y="15154"/>
                  <a:pt x="4645537" y="10467"/>
                  <a:pt x="4772844" y="23896"/>
                </a:cubicBezTo>
                <a:cubicBezTo>
                  <a:pt x="4885597" y="37327"/>
                  <a:pt x="4999052" y="40520"/>
                  <a:pt x="5112224" y="33456"/>
                </a:cubicBezTo>
                <a:lnTo>
                  <a:pt x="5477482" y="6922"/>
                </a:lnTo>
                <a:lnTo>
                  <a:pt x="5517883" y="7607"/>
                </a:lnTo>
                <a:lnTo>
                  <a:pt x="5555683" y="6426"/>
                </a:lnTo>
                <a:cubicBezTo>
                  <a:pt x="5626335" y="3737"/>
                  <a:pt x="5704795" y="995"/>
                  <a:pt x="5791061" y="218"/>
                </a:cubicBezTo>
                <a:close/>
              </a:path>
            </a:pathLst>
          </a:custGeom>
        </p:spPr>
      </p:pic>
    </p:spTree>
    <p:extLst>
      <p:ext uri="{BB962C8B-B14F-4D97-AF65-F5344CB8AC3E}">
        <p14:creationId xmlns:p14="http://schemas.microsoft.com/office/powerpoint/2010/main" val="3431579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2"/>
          <a:stretch>
            <a:fillRect/>
          </a:stretch>
        </p:blipFill>
        <p:spPr>
          <a:xfrm>
            <a:off x="261937" y="735330"/>
            <a:ext cx="11803380" cy="5425440"/>
          </a:xfrm>
          <a:prstGeom prst="rect">
            <a:avLst/>
          </a:prstGeom>
        </p:spPr>
      </p:pic>
    </p:spTree>
    <p:extLst>
      <p:ext uri="{BB962C8B-B14F-4D97-AF65-F5344CB8AC3E}">
        <p14:creationId xmlns:p14="http://schemas.microsoft.com/office/powerpoint/2010/main" val="33594840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838200" y="481012"/>
            <a:ext cx="10515600" cy="5895975"/>
          </a:xfrm>
          <a:prstGeom prst="rect">
            <a:avLst/>
          </a:prstGeom>
        </p:spPr>
      </p:pic>
    </p:spTree>
    <p:extLst>
      <p:ext uri="{BB962C8B-B14F-4D97-AF65-F5344CB8AC3E}">
        <p14:creationId xmlns:p14="http://schemas.microsoft.com/office/powerpoint/2010/main" val="1764615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2A3CEEC0-9718-6DD0-B515-8D7CBC6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CCDDC1C-E3B9-6B2C-8C40-69779046EDCE}"/>
              </a:ext>
            </a:extLst>
          </p:cNvPr>
          <p:cNvSpPr>
            <a:spLocks noGrp="1"/>
          </p:cNvSpPr>
          <p:nvPr>
            <p:ph type="title"/>
          </p:nvPr>
        </p:nvSpPr>
        <p:spPr/>
        <p:txBody>
          <a:bodyPr>
            <a:normAutofit fontScale="90000"/>
          </a:bodyPr>
          <a:lstStyle/>
          <a:p>
            <a:pPr algn="l">
              <a:defRPr sz="4400" b="1">
                <a:solidFill>
                  <a:srgbClr val="F1F5F9"/>
                </a:solidFill>
                <a:latin typeface="Urbanist"/>
              </a:defRPr>
            </a:pPr>
            <a:r>
              <a:rPr lang="en-US" altLang="ko-KR" dirty="0"/>
              <a:t>Process Creation &amp; Termination</a:t>
            </a:r>
            <a:endParaRPr dirty="0"/>
          </a:p>
        </p:txBody>
      </p:sp>
      <p:sp>
        <p:nvSpPr>
          <p:cNvPr id="3" name="Content Placeholder 2">
            <a:extLst>
              <a:ext uri="{FF2B5EF4-FFF2-40B4-BE49-F238E27FC236}">
                <a16:creationId xmlns:a16="http://schemas.microsoft.com/office/drawing/2014/main" xmlns="" id="{663F47E1-D46A-930C-46DF-C0C6FB4F7BA8}"/>
              </a:ext>
            </a:extLst>
          </p:cNvPr>
          <p:cNvSpPr>
            <a:spLocks noGrp="1"/>
          </p:cNvSpPr>
          <p:nvPr>
            <p:ph idx="1"/>
          </p:nvPr>
        </p:nvSpPr>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Parent process create children process</a:t>
            </a:r>
          </a:p>
          <a:p>
            <a:pPr>
              <a:spcAft>
                <a:spcPts val="1400"/>
              </a:spcAft>
              <a:buFont typeface="Wingdings" panose="05000000000000000000" pitchFamily="2" charset="2"/>
              <a:buChar char="§"/>
              <a:defRPr sz="2200">
                <a:solidFill>
                  <a:srgbClr val="CBD5E1"/>
                </a:solidFill>
                <a:latin typeface="Urbanist"/>
              </a:defRPr>
            </a:pPr>
            <a:r>
              <a:rPr lang="en-US" dirty="0"/>
              <a:t>Child process may be duplicate of its parent (same memory space) or load another program to execute </a:t>
            </a:r>
          </a:p>
          <a:p>
            <a:pPr>
              <a:spcAft>
                <a:spcPts val="1400"/>
              </a:spcAft>
              <a:buFont typeface="Wingdings" panose="05000000000000000000" pitchFamily="2" charset="2"/>
              <a:buChar char="§"/>
              <a:defRPr sz="2200">
                <a:solidFill>
                  <a:srgbClr val="CBD5E1"/>
                </a:solidFill>
                <a:latin typeface="Urbanist"/>
              </a:defRPr>
            </a:pPr>
            <a:r>
              <a:rPr lang="en-US" dirty="0"/>
              <a:t>A process may terminate when finished its execution or be terminated by its parent or OS processes </a:t>
            </a:r>
            <a:endParaRPr dirty="0"/>
          </a:p>
        </p:txBody>
      </p:sp>
    </p:spTree>
    <p:extLst>
      <p:ext uri="{BB962C8B-B14F-4D97-AF65-F5344CB8AC3E}">
        <p14:creationId xmlns:p14="http://schemas.microsoft.com/office/powerpoint/2010/main" val="28040463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7CB01BF4-4E54-0799-81E0-7462DB3FC6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9A56D03-2E39-BD03-65BE-5814EBA73460}"/>
              </a:ext>
            </a:extLst>
          </p:cNvPr>
          <p:cNvSpPr>
            <a:spLocks noGrp="1"/>
          </p:cNvSpPr>
          <p:nvPr>
            <p:ph type="title"/>
          </p:nvPr>
        </p:nvSpPr>
        <p:spPr>
          <a:xfrm>
            <a:off x="521208" y="274638"/>
            <a:ext cx="8229600" cy="1143000"/>
          </a:xfrm>
        </p:spPr>
        <p:txBody>
          <a:bodyPr>
            <a:normAutofit fontScale="90000"/>
          </a:bodyPr>
          <a:lstStyle/>
          <a:p>
            <a:pPr algn="l">
              <a:defRPr sz="4400" b="1">
                <a:solidFill>
                  <a:srgbClr val="F1F5F9"/>
                </a:solidFill>
                <a:latin typeface="Urbanist"/>
              </a:defRPr>
            </a:pPr>
            <a:r>
              <a:rPr lang="en-US" altLang="ko-KR" dirty="0"/>
              <a:t>Inter Process Communication (IPC)</a:t>
            </a:r>
            <a:endParaRPr dirty="0"/>
          </a:p>
        </p:txBody>
      </p:sp>
      <p:sp>
        <p:nvSpPr>
          <p:cNvPr id="3" name="Content Placeholder 2">
            <a:extLst>
              <a:ext uri="{FF2B5EF4-FFF2-40B4-BE49-F238E27FC236}">
                <a16:creationId xmlns:a16="http://schemas.microsoft.com/office/drawing/2014/main" xmlns="" id="{F6BE1121-8319-FB87-F732-42839259A995}"/>
              </a:ext>
            </a:extLst>
          </p:cNvPr>
          <p:cNvSpPr>
            <a:spLocks noGrp="1"/>
          </p:cNvSpPr>
          <p:nvPr>
            <p:ph idx="1"/>
          </p:nvPr>
        </p:nvSpPr>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Pipe: Ordinary Pipe &amp; Named Pipe</a:t>
            </a:r>
          </a:p>
          <a:p>
            <a:pPr>
              <a:spcAft>
                <a:spcPts val="1400"/>
              </a:spcAft>
              <a:buFont typeface="Wingdings" panose="05000000000000000000" pitchFamily="2" charset="2"/>
              <a:buChar char="§"/>
              <a:defRPr sz="2200">
                <a:solidFill>
                  <a:srgbClr val="CBD5E1"/>
                </a:solidFill>
                <a:latin typeface="Urbanist"/>
              </a:defRPr>
            </a:pPr>
            <a:r>
              <a:rPr lang="en-US" dirty="0"/>
              <a:t>Shared Memory</a:t>
            </a:r>
          </a:p>
          <a:p>
            <a:pPr>
              <a:spcAft>
                <a:spcPts val="1400"/>
              </a:spcAft>
              <a:buFont typeface="Wingdings" panose="05000000000000000000" pitchFamily="2" charset="2"/>
              <a:buChar char="§"/>
              <a:defRPr sz="2200">
                <a:solidFill>
                  <a:srgbClr val="CBD5E1"/>
                </a:solidFill>
                <a:latin typeface="Urbanist"/>
              </a:defRPr>
            </a:pPr>
            <a:r>
              <a:rPr lang="en-US" dirty="0"/>
              <a:t>Socket: </a:t>
            </a:r>
          </a:p>
          <a:p>
            <a:pPr lvl="1">
              <a:spcAft>
                <a:spcPts val="1400"/>
              </a:spcAft>
              <a:buFont typeface="Wingdings" panose="05000000000000000000" pitchFamily="2" charset="2"/>
              <a:buChar char="§"/>
              <a:defRPr sz="2200">
                <a:solidFill>
                  <a:srgbClr val="CBD5E1"/>
                </a:solidFill>
                <a:latin typeface="Urbanist"/>
              </a:defRPr>
            </a:pPr>
            <a:r>
              <a:rPr lang="en-US" dirty="0"/>
              <a:t>identified by an IP address and port number</a:t>
            </a:r>
          </a:p>
          <a:p>
            <a:pPr lvl="1">
              <a:spcAft>
                <a:spcPts val="1400"/>
              </a:spcAft>
              <a:buFont typeface="Wingdings" panose="05000000000000000000" pitchFamily="2" charset="2"/>
              <a:buChar char="§"/>
              <a:defRPr sz="2200">
                <a:solidFill>
                  <a:srgbClr val="CBD5E1"/>
                </a:solidFill>
                <a:latin typeface="Urbanist"/>
              </a:defRPr>
            </a:pPr>
            <a:r>
              <a:rPr lang="en-US" dirty="0"/>
              <a:t>UDP vs TCP </a:t>
            </a:r>
            <a:endParaRPr dirty="0"/>
          </a:p>
        </p:txBody>
      </p:sp>
    </p:spTree>
    <p:extLst>
      <p:ext uri="{BB962C8B-B14F-4D97-AF65-F5344CB8AC3E}">
        <p14:creationId xmlns:p14="http://schemas.microsoft.com/office/powerpoint/2010/main" val="3249393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34397772-C8D6-531D-406B-8BBADAC1DF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xmlns="" id="{D7A453D2-15D8-4403-815F-291FA16340D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xmlns="" id="{8161EA6B-09CA-445B-AB0D-8DF76FA92DE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xmlns="" id="{74E65F23-789E-4CB9-B34F-46A85E25D667}"/>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1" y="2075420"/>
            <a:ext cx="12048729" cy="4093306"/>
            <a:chOff x="1" y="2075420"/>
            <a:chExt cx="12048729" cy="4093306"/>
          </a:xfrm>
        </p:grpSpPr>
        <p:sp>
          <p:nvSpPr>
            <p:cNvPr id="24" name="Oval 23">
              <a:extLst>
                <a:ext uri="{FF2B5EF4-FFF2-40B4-BE49-F238E27FC236}">
                  <a16:creationId xmlns:a16="http://schemas.microsoft.com/office/drawing/2014/main" xmlns="" id="{1CA207F7-3B67-4EA2-8EC5-1260B55A07F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xmlns="" id="{AD4CC450-51C3-4A41-B2B1-68A15D57C5E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xmlns="" id="{ED62506D-F8E8-4C55-B160-D4FE8985049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xmlns="" id="{E6004793-0083-43B9-81A2-20F71D2C7D9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xmlns="" id="{53D192AA-AFCB-470F-B66A-18815C3525C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xmlns="" id="{9079B0CF-0B4C-42A9-9769-3AC0A34FACE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xmlns="" id="{B23D8A11-8BCC-FDDF-03C6-0CDA39F3C3C6}"/>
              </a:ext>
            </a:extLst>
          </p:cNvPr>
          <p:cNvSpPr>
            <a:spLocks noGrp="1"/>
          </p:cNvSpPr>
          <p:nvPr>
            <p:ph type="title"/>
          </p:nvPr>
        </p:nvSpPr>
        <p:spPr>
          <a:xfrm>
            <a:off x="630936" y="630936"/>
            <a:ext cx="5260992" cy="2096756"/>
          </a:xfrm>
          <a:noFill/>
        </p:spPr>
        <p:txBody>
          <a:bodyPr anchor="t">
            <a:normAutofit/>
          </a:bodyPr>
          <a:lstStyle/>
          <a:p>
            <a:pPr algn="l">
              <a:lnSpc>
                <a:spcPct val="90000"/>
              </a:lnSpc>
              <a:defRPr sz="4400" b="1">
                <a:solidFill>
                  <a:srgbClr val="F1F5F9"/>
                </a:solidFill>
                <a:latin typeface="Urbanist"/>
              </a:defRPr>
            </a:pPr>
            <a:r>
              <a:rPr lang="pl-PL" altLang="ko-KR" sz="4800" dirty="0">
                <a:solidFill>
                  <a:schemeClr val="bg1"/>
                </a:solidFill>
              </a:rPr>
              <a:t>CPU Burst</a:t>
            </a:r>
            <a:r>
              <a:rPr lang="en-US" altLang="ko-KR" sz="4800" dirty="0">
                <a:solidFill>
                  <a:schemeClr val="bg1"/>
                </a:solidFill>
              </a:rPr>
              <a:t/>
            </a:r>
            <a:br>
              <a:rPr lang="en-US" altLang="ko-KR" sz="4800" dirty="0">
                <a:solidFill>
                  <a:schemeClr val="bg1"/>
                </a:solidFill>
              </a:rPr>
            </a:br>
            <a:r>
              <a:rPr lang="pl-PL" altLang="ko-KR" sz="4800" dirty="0">
                <a:solidFill>
                  <a:schemeClr val="bg1"/>
                </a:solidFill>
              </a:rPr>
              <a:t>I/O Burst </a:t>
            </a:r>
            <a:r>
              <a:rPr lang="en-US" altLang="ko-KR" sz="4800" dirty="0">
                <a:solidFill>
                  <a:schemeClr val="bg1"/>
                </a:solidFill>
              </a:rPr>
              <a:t/>
            </a:r>
            <a:br>
              <a:rPr lang="en-US" altLang="ko-KR" sz="4800" dirty="0">
                <a:solidFill>
                  <a:schemeClr val="bg1"/>
                </a:solidFill>
              </a:rPr>
            </a:br>
            <a:r>
              <a:rPr lang="pl-PL" altLang="ko-KR" sz="4800" dirty="0">
                <a:solidFill>
                  <a:schemeClr val="bg1"/>
                </a:solidFill>
              </a:rPr>
              <a:t>Cycle</a:t>
            </a:r>
            <a:endParaRPr lang="pl-PL" sz="4800" dirty="0">
              <a:solidFill>
                <a:schemeClr val="bg1"/>
              </a:solidFill>
            </a:endParaRPr>
          </a:p>
        </p:txBody>
      </p:sp>
      <p:sp>
        <p:nvSpPr>
          <p:cNvPr id="3" name="Content Placeholder 2">
            <a:extLst>
              <a:ext uri="{FF2B5EF4-FFF2-40B4-BE49-F238E27FC236}">
                <a16:creationId xmlns:a16="http://schemas.microsoft.com/office/drawing/2014/main" xmlns="" id="{6A05B6F2-BB7C-4DFC-4CFC-DC41431F326F}"/>
              </a:ext>
            </a:extLst>
          </p:cNvPr>
          <p:cNvSpPr>
            <a:spLocks noGrp="1"/>
          </p:cNvSpPr>
          <p:nvPr>
            <p:ph idx="1"/>
          </p:nvPr>
        </p:nvSpPr>
        <p:spPr>
          <a:xfrm>
            <a:off x="6095996" y="630936"/>
            <a:ext cx="5064191" cy="2096769"/>
          </a:xfrm>
          <a:noFill/>
        </p:spPr>
        <p:txBody>
          <a:bodyPr anchor="t">
            <a:normAutofit/>
          </a:bodyPr>
          <a:lstStyle/>
          <a:p>
            <a:pPr>
              <a:spcAft>
                <a:spcPts val="1400"/>
              </a:spcAft>
              <a:buFont typeface="Wingdings" panose="05000000000000000000" pitchFamily="2" charset="2"/>
              <a:buChar char="§"/>
              <a:defRPr sz="2200">
                <a:solidFill>
                  <a:srgbClr val="CBD5E1"/>
                </a:solidFill>
                <a:latin typeface="Urbanist"/>
              </a:defRPr>
            </a:pPr>
            <a:r>
              <a:rPr lang="en-US" sz="2000" dirty="0">
                <a:solidFill>
                  <a:schemeClr val="bg1"/>
                </a:solidFill>
              </a:rPr>
              <a:t>A process execution alternates between:</a:t>
            </a:r>
          </a:p>
          <a:p>
            <a:pPr lvl="1">
              <a:spcAft>
                <a:spcPts val="1400"/>
              </a:spcAft>
              <a:buFont typeface="Wingdings" panose="05000000000000000000" pitchFamily="2" charset="2"/>
              <a:buChar char="§"/>
              <a:defRPr sz="2200">
                <a:solidFill>
                  <a:srgbClr val="CBD5E1"/>
                </a:solidFill>
                <a:latin typeface="Urbanist"/>
              </a:defRPr>
            </a:pPr>
            <a:r>
              <a:rPr lang="en-US" sz="2000" dirty="0">
                <a:solidFill>
                  <a:schemeClr val="bg1"/>
                </a:solidFill>
              </a:rPr>
              <a:t>CPU Burst performing calculations</a:t>
            </a:r>
          </a:p>
          <a:p>
            <a:pPr lvl="1">
              <a:spcAft>
                <a:spcPts val="1400"/>
              </a:spcAft>
              <a:buFont typeface="Wingdings" panose="05000000000000000000" pitchFamily="2" charset="2"/>
              <a:buChar char="§"/>
              <a:defRPr sz="2200">
                <a:solidFill>
                  <a:srgbClr val="CBD5E1"/>
                </a:solidFill>
                <a:latin typeface="Urbanist"/>
              </a:defRPr>
            </a:pPr>
            <a:r>
              <a:rPr lang="en-US" sz="2000" dirty="0">
                <a:solidFill>
                  <a:schemeClr val="bg1"/>
                </a:solidFill>
              </a:rPr>
              <a:t>I/O Burst performing I/O operations</a:t>
            </a:r>
          </a:p>
          <a:p>
            <a:pPr marL="457200" lvl="1" indent="0">
              <a:spcAft>
                <a:spcPts val="1400"/>
              </a:spcAft>
              <a:buNone/>
              <a:defRPr sz="2200">
                <a:solidFill>
                  <a:srgbClr val="CBD5E1"/>
                </a:solidFill>
                <a:latin typeface="Urbanist"/>
              </a:defRPr>
            </a:pPr>
            <a:endParaRPr lang="en-US" sz="2000" dirty="0">
              <a:solidFill>
                <a:schemeClr val="bg1"/>
              </a:solidFill>
            </a:endParaRPr>
          </a:p>
        </p:txBody>
      </p:sp>
      <p:sp>
        <p:nvSpPr>
          <p:cNvPr id="31" name="Rectangle 30">
            <a:extLst>
              <a:ext uri="{FF2B5EF4-FFF2-40B4-BE49-F238E27FC236}">
                <a16:creationId xmlns:a16="http://schemas.microsoft.com/office/drawing/2014/main" xmlns="" id="{B8114C98-A349-4111-A123-E8EAB86ABE3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xmlns="" id="{670FB431-AE18-414D-92F4-1D12D1991152}"/>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11259539" y="317578"/>
            <a:ext cx="548640" cy="549007"/>
            <a:chOff x="7029447" y="3514725"/>
            <a:chExt cx="1285875" cy="549007"/>
          </a:xfrm>
        </p:grpSpPr>
        <p:cxnSp>
          <p:nvCxnSpPr>
            <p:cNvPr id="34" name="Straight Connector 33">
              <a:extLst>
                <a:ext uri="{FF2B5EF4-FFF2-40B4-BE49-F238E27FC236}">
                  <a16:creationId xmlns:a16="http://schemas.microsoft.com/office/drawing/2014/main" xmlns="" id="{24467063-D74E-4D42-8790-B9F6D69584B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xmlns="" id="{A1D19BAC-1681-47BC-AAF5-92FAFFF6F4C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xmlns="" id="{94347C2B-E846-452C-97AA-7E254FC1CE8F}"/>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xmlns="" id="{10EA2B35-7959-4C2A-84AA-FF5D94FEDE90}"/>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9" name="Rectangle 38">
            <a:extLst>
              <a:ext uri="{FF2B5EF4-FFF2-40B4-BE49-F238E27FC236}">
                <a16:creationId xmlns:a16="http://schemas.microsoft.com/office/drawing/2014/main" xmlns="" id="{E2D3D3F2-ABBB-4453-B1C5-1BEBF7E4DD5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 name="Group 40">
            <a:extLst>
              <a:ext uri="{FF2B5EF4-FFF2-40B4-BE49-F238E27FC236}">
                <a16:creationId xmlns:a16="http://schemas.microsoft.com/office/drawing/2014/main" xmlns="" id="{8214E4A5-A0D2-42C4-8D14-D2A7E495F041}"/>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rot="5400000">
            <a:off x="616345" y="5940560"/>
            <a:ext cx="1285875" cy="549007"/>
            <a:chOff x="7029447" y="3514725"/>
            <a:chExt cx="1285875" cy="549007"/>
          </a:xfrm>
        </p:grpSpPr>
        <p:cxnSp>
          <p:nvCxnSpPr>
            <p:cNvPr id="42" name="Straight Connector 41">
              <a:extLst>
                <a:ext uri="{FF2B5EF4-FFF2-40B4-BE49-F238E27FC236}">
                  <a16:creationId xmlns:a16="http://schemas.microsoft.com/office/drawing/2014/main" xmlns="" id="{7494D7A0-6B21-41E8-A7D3-0033BBB79156}"/>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xmlns="" id="{1E141D7D-32B0-448E-A666-EA8703AFCF2C}"/>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xmlns="" id="{8D87E268-6345-420F-8B97-B37ED04100EC}"/>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xmlns="" id="{35E1622E-7FA6-4760-A2BF-A8105EBF7BB9}"/>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pic>
        <p:nvPicPr>
          <p:cNvPr id="5" name="그림 4">
            <a:extLst>
              <a:ext uri="{FF2B5EF4-FFF2-40B4-BE49-F238E27FC236}">
                <a16:creationId xmlns:a16="http://schemas.microsoft.com/office/drawing/2014/main" xmlns="" id="{1DEEE948-F567-55E5-F797-995E9663F877}"/>
              </a:ext>
            </a:extLst>
          </p:cNvPr>
          <p:cNvPicPr>
            <a:picLocks noChangeAspect="1"/>
          </p:cNvPicPr>
          <p:nvPr/>
        </p:nvPicPr>
        <p:blipFill>
          <a:blip r:embed="rId2"/>
          <a:stretch>
            <a:fillRect/>
          </a:stretch>
        </p:blipFill>
        <p:spPr>
          <a:xfrm>
            <a:off x="631359" y="3068274"/>
            <a:ext cx="10843065" cy="2900519"/>
          </a:xfrm>
          <a:prstGeom prst="rect">
            <a:avLst/>
          </a:prstGeom>
        </p:spPr>
      </p:pic>
      <p:grpSp>
        <p:nvGrpSpPr>
          <p:cNvPr id="47" name="Group 46">
            <a:extLst>
              <a:ext uri="{FF2B5EF4-FFF2-40B4-BE49-F238E27FC236}">
                <a16:creationId xmlns:a16="http://schemas.microsoft.com/office/drawing/2014/main" xmlns="" id="{4043ADFC-DC2E-40D2-954D-4A13B908DA80}"/>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rot="16200000">
            <a:off x="475716" y="3029889"/>
            <a:ext cx="304800" cy="429768"/>
            <a:chOff x="215328" y="-46937"/>
            <a:chExt cx="304800" cy="2773841"/>
          </a:xfrm>
        </p:grpSpPr>
        <p:cxnSp>
          <p:nvCxnSpPr>
            <p:cNvPr id="48" name="Straight Connector 47">
              <a:extLst>
                <a:ext uri="{FF2B5EF4-FFF2-40B4-BE49-F238E27FC236}">
                  <a16:creationId xmlns:a16="http://schemas.microsoft.com/office/drawing/2014/main" xmlns="" id="{C975E7D3-10F5-4E53-902F-9E79C98C22D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xmlns="" id="{BDC51AAB-5A3B-4730-B8AC-46C96AC0B692}"/>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xmlns="" id="{03A6F2D9-1476-4E35-988D-D4CCB15C8D6D}"/>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xmlns="" id="{CE17F678-D5C6-49BF-933D-1E65F69B3256}"/>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937378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07145504-5857-CDCE-A4E3-699B0CCE90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5BF5A66-A2B2-CE93-8072-1B829773F458}"/>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dirty="0"/>
              <a:t>CPU Scheduling</a:t>
            </a:r>
            <a:endParaRPr dirty="0"/>
          </a:p>
        </p:txBody>
      </p:sp>
      <p:sp>
        <p:nvSpPr>
          <p:cNvPr id="3" name="Content Placeholder 2">
            <a:extLst>
              <a:ext uri="{FF2B5EF4-FFF2-40B4-BE49-F238E27FC236}">
                <a16:creationId xmlns:a16="http://schemas.microsoft.com/office/drawing/2014/main" xmlns="" id="{47846956-F095-7DD9-ACFB-9B5BFC47F332}"/>
              </a:ext>
            </a:extLst>
          </p:cNvPr>
          <p:cNvSpPr>
            <a:spLocks noGrp="1"/>
          </p:cNvSpPr>
          <p:nvPr>
            <p:ph idx="1"/>
          </p:nvPr>
        </p:nvSpPr>
        <p:spPr>
          <a:xfrm>
            <a:off x="457200" y="1600200"/>
            <a:ext cx="5779008" cy="4525963"/>
          </a:xfrm>
        </p:spPr>
        <p:txBody>
          <a:bodyPr>
            <a:normAutofit lnSpcReduction="10000"/>
          </a:bodyPr>
          <a:lstStyle/>
          <a:p>
            <a:pPr>
              <a:spcAft>
                <a:spcPts val="1400"/>
              </a:spcAft>
              <a:buFont typeface="Wingdings" panose="05000000000000000000" pitchFamily="2" charset="2"/>
              <a:buChar char="§"/>
              <a:defRPr sz="2200">
                <a:solidFill>
                  <a:srgbClr val="CBD5E1"/>
                </a:solidFill>
                <a:latin typeface="Urbanist"/>
              </a:defRPr>
            </a:pPr>
            <a:r>
              <a:rPr lang="en-US" dirty="0"/>
              <a:t>Scheduling Types:</a:t>
            </a:r>
          </a:p>
          <a:p>
            <a:pPr lvl="1">
              <a:spcAft>
                <a:spcPts val="1400"/>
              </a:spcAft>
              <a:buFont typeface="Wingdings" panose="05000000000000000000" pitchFamily="2" charset="2"/>
              <a:buChar char="§"/>
              <a:defRPr sz="2200">
                <a:solidFill>
                  <a:srgbClr val="CBD5E1"/>
                </a:solidFill>
                <a:latin typeface="Urbanist"/>
              </a:defRPr>
            </a:pPr>
            <a:r>
              <a:rPr lang="en-US" dirty="0"/>
              <a:t>Non Preemptive</a:t>
            </a:r>
          </a:p>
          <a:p>
            <a:pPr lvl="1">
              <a:spcAft>
                <a:spcPts val="1400"/>
              </a:spcAft>
              <a:buFont typeface="Wingdings" panose="05000000000000000000" pitchFamily="2" charset="2"/>
              <a:buChar char="§"/>
              <a:defRPr sz="2200">
                <a:solidFill>
                  <a:srgbClr val="CBD5E1"/>
                </a:solidFill>
                <a:latin typeface="Urbanist"/>
              </a:defRPr>
            </a:pPr>
            <a:r>
              <a:rPr lang="en-US" dirty="0"/>
              <a:t>Preemptive </a:t>
            </a:r>
          </a:p>
          <a:p>
            <a:pPr>
              <a:spcAft>
                <a:spcPts val="1400"/>
              </a:spcAft>
              <a:buFont typeface="Wingdings" panose="05000000000000000000" pitchFamily="2" charset="2"/>
              <a:buChar char="§"/>
              <a:defRPr sz="2200">
                <a:solidFill>
                  <a:srgbClr val="CBD5E1"/>
                </a:solidFill>
                <a:latin typeface="Urbanist"/>
              </a:defRPr>
            </a:pPr>
            <a:r>
              <a:rPr lang="en-US" altLang="ko-KR" dirty="0"/>
              <a:t>Scheduling</a:t>
            </a:r>
            <a:r>
              <a:rPr lang="en-US" dirty="0"/>
              <a:t> Algorithms:</a:t>
            </a:r>
          </a:p>
          <a:p>
            <a:pPr lvl="1">
              <a:spcAft>
                <a:spcPts val="1400"/>
              </a:spcAft>
              <a:buFont typeface="Wingdings" panose="05000000000000000000" pitchFamily="2" charset="2"/>
              <a:buChar char="§"/>
              <a:defRPr sz="2200">
                <a:solidFill>
                  <a:srgbClr val="CBD5E1"/>
                </a:solidFill>
                <a:latin typeface="Urbanist"/>
              </a:defRPr>
            </a:pPr>
            <a:r>
              <a:rPr lang="en-US" dirty="0"/>
              <a:t>First Come First Serve</a:t>
            </a:r>
          </a:p>
          <a:p>
            <a:pPr lvl="1">
              <a:spcAft>
                <a:spcPts val="1400"/>
              </a:spcAft>
              <a:buFont typeface="Wingdings" panose="05000000000000000000" pitchFamily="2" charset="2"/>
              <a:buChar char="§"/>
              <a:defRPr sz="2200">
                <a:solidFill>
                  <a:srgbClr val="CBD5E1"/>
                </a:solidFill>
                <a:latin typeface="Urbanist"/>
              </a:defRPr>
            </a:pPr>
            <a:r>
              <a:rPr lang="en-US" dirty="0"/>
              <a:t>Round Robin</a:t>
            </a:r>
          </a:p>
          <a:p>
            <a:pPr lvl="1">
              <a:spcAft>
                <a:spcPts val="1400"/>
              </a:spcAft>
              <a:buFont typeface="Wingdings" panose="05000000000000000000" pitchFamily="2" charset="2"/>
              <a:buChar char="§"/>
              <a:defRPr sz="2200">
                <a:solidFill>
                  <a:srgbClr val="CBD5E1"/>
                </a:solidFill>
                <a:latin typeface="Urbanist"/>
              </a:defRPr>
            </a:pPr>
            <a:r>
              <a:rPr lang="en-US" dirty="0"/>
              <a:t>Shortest Job First / Shortest Remaining Time Next </a:t>
            </a:r>
          </a:p>
          <a:p>
            <a:pPr lvl="1">
              <a:spcAft>
                <a:spcPts val="1400"/>
              </a:spcAft>
              <a:buFont typeface="Wingdings" panose="05000000000000000000" pitchFamily="2" charset="2"/>
              <a:buChar char="§"/>
              <a:defRPr sz="2200">
                <a:solidFill>
                  <a:srgbClr val="CBD5E1"/>
                </a:solidFill>
                <a:latin typeface="Urbanist"/>
              </a:defRPr>
            </a:pPr>
            <a:r>
              <a:rPr lang="en-US" dirty="0"/>
              <a:t>Priority / Multilevel Priority</a:t>
            </a:r>
          </a:p>
        </p:txBody>
      </p:sp>
      <p:sp>
        <p:nvSpPr>
          <p:cNvPr id="4" name="Content Placeholder 2">
            <a:extLst>
              <a:ext uri="{FF2B5EF4-FFF2-40B4-BE49-F238E27FC236}">
                <a16:creationId xmlns:a16="http://schemas.microsoft.com/office/drawing/2014/main" xmlns="" id="{931D1002-7646-4F3B-1F7E-6165972980F5}"/>
              </a:ext>
            </a:extLst>
          </p:cNvPr>
          <p:cNvSpPr txBox="1">
            <a:spLocks/>
          </p:cNvSpPr>
          <p:nvPr/>
        </p:nvSpPr>
        <p:spPr>
          <a:xfrm>
            <a:off x="7370064" y="1600200"/>
            <a:ext cx="461772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Aft>
                <a:spcPts val="1400"/>
              </a:spcAft>
              <a:buFont typeface="Wingdings" panose="05000000000000000000" pitchFamily="2" charset="2"/>
              <a:buChar char="§"/>
              <a:defRPr sz="2200">
                <a:solidFill>
                  <a:srgbClr val="CBD5E1"/>
                </a:solidFill>
                <a:latin typeface="Urbanist"/>
              </a:defRPr>
            </a:pPr>
            <a:r>
              <a:rPr lang="en-US" sz="2200" dirty="0">
                <a:solidFill>
                  <a:srgbClr val="CBD5E1"/>
                </a:solidFill>
                <a:latin typeface="Urbanist"/>
              </a:rPr>
              <a:t>Current OS often use mixed types</a:t>
            </a:r>
          </a:p>
          <a:p>
            <a:pPr>
              <a:spcAft>
                <a:spcPts val="1400"/>
              </a:spcAft>
              <a:buFont typeface="Wingdings" panose="05000000000000000000" pitchFamily="2" charset="2"/>
              <a:buChar char="§"/>
              <a:defRPr sz="2200">
                <a:solidFill>
                  <a:srgbClr val="CBD5E1"/>
                </a:solidFill>
                <a:latin typeface="Urbanist"/>
              </a:defRPr>
            </a:pPr>
            <a:endParaRPr lang="en-US" sz="2200" dirty="0">
              <a:solidFill>
                <a:srgbClr val="CBD5E1"/>
              </a:solidFill>
              <a:latin typeface="Urbanist"/>
            </a:endParaRPr>
          </a:p>
        </p:txBody>
      </p:sp>
    </p:spTree>
    <p:extLst>
      <p:ext uri="{BB962C8B-B14F-4D97-AF65-F5344CB8AC3E}">
        <p14:creationId xmlns:p14="http://schemas.microsoft.com/office/powerpoint/2010/main" val="1059952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99059" y="1181100"/>
            <a:ext cx="11001375" cy="4495800"/>
          </a:xfrm>
          <a:prstGeom prst="rect">
            <a:avLst/>
          </a:prstGeom>
        </p:spPr>
      </p:pic>
    </p:spTree>
    <p:extLst>
      <p:ext uri="{BB962C8B-B14F-4D97-AF65-F5344CB8AC3E}">
        <p14:creationId xmlns:p14="http://schemas.microsoft.com/office/powerpoint/2010/main" val="216109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D750A7E4-87B5-6D54-D95A-766E0EE6CAAD}"/>
            </a:ext>
          </a:extLst>
        </p:cNvPr>
        <p:cNvGrpSpPr/>
        <p:nvPr/>
      </p:nvGrpSpPr>
      <p:grpSpPr>
        <a:xfrm>
          <a:off x="0" y="0"/>
          <a:ext cx="0" cy="0"/>
          <a:chOff x="0" y="0"/>
          <a:chExt cx="0" cy="0"/>
        </a:xfrm>
      </p:grpSpPr>
      <p:pic>
        <p:nvPicPr>
          <p:cNvPr id="6" name="그림 5">
            <a:extLst>
              <a:ext uri="{FF2B5EF4-FFF2-40B4-BE49-F238E27FC236}">
                <a16:creationId xmlns:a16="http://schemas.microsoft.com/office/drawing/2014/main" xmlns="" id="{1AC1CF3B-8813-56D0-6043-ACA12CCA8DAE}"/>
              </a:ext>
            </a:extLst>
          </p:cNvPr>
          <p:cNvPicPr>
            <a:picLocks noChangeAspect="1"/>
          </p:cNvPicPr>
          <p:nvPr/>
        </p:nvPicPr>
        <p:blipFill>
          <a:blip r:embed="rId2"/>
          <a:stretch>
            <a:fillRect/>
          </a:stretch>
        </p:blipFill>
        <p:spPr>
          <a:xfrm>
            <a:off x="2063261" y="331274"/>
            <a:ext cx="7820025" cy="2512498"/>
          </a:xfrm>
          <a:prstGeom prst="rect">
            <a:avLst/>
          </a:prstGeom>
        </p:spPr>
      </p:pic>
      <p:pic>
        <p:nvPicPr>
          <p:cNvPr id="8" name="그림 7">
            <a:extLst>
              <a:ext uri="{FF2B5EF4-FFF2-40B4-BE49-F238E27FC236}">
                <a16:creationId xmlns:a16="http://schemas.microsoft.com/office/drawing/2014/main" xmlns="" id="{85624417-ABC6-01F5-D03C-E5B593DB220D}"/>
              </a:ext>
            </a:extLst>
          </p:cNvPr>
          <p:cNvPicPr>
            <a:picLocks noChangeAspect="1"/>
          </p:cNvPicPr>
          <p:nvPr/>
        </p:nvPicPr>
        <p:blipFill>
          <a:blip r:embed="rId3"/>
          <a:stretch>
            <a:fillRect/>
          </a:stretch>
        </p:blipFill>
        <p:spPr>
          <a:xfrm>
            <a:off x="2063261" y="3288226"/>
            <a:ext cx="7820025" cy="3238500"/>
          </a:xfrm>
          <a:prstGeom prst="rect">
            <a:avLst/>
          </a:prstGeom>
        </p:spPr>
      </p:pic>
    </p:spTree>
    <p:extLst>
      <p:ext uri="{BB962C8B-B14F-4D97-AF65-F5344CB8AC3E}">
        <p14:creationId xmlns:p14="http://schemas.microsoft.com/office/powerpoint/2010/main" val="664756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78B87C78-FBFA-4C02-6828-1D1207FE376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xmlns="" id="{9F9FF333-EE4B-CC12-183F-285C8947BA2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xmlns="" id="{BB5B0943-F398-3B57-13AC-D9E2C8ADA85C}"/>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xmlns="" id="{22B95ABF-6A73-83C0-A430-FA1BE26525A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xmlns="" id="{6FDDB785-8510-6D0F-5ED3-8C0A860AA9D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xmlns="" id="{7D6E6068-433D-9431-453B-9BF8D848128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19C2CE40-657E-C93F-6422-8F5DE586783E}"/>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dirty="0">
                <a:solidFill>
                  <a:schemeClr val="bg1"/>
                </a:solidFill>
              </a:rPr>
              <a:t>Example Code</a:t>
            </a:r>
          </a:p>
        </p:txBody>
      </p:sp>
      <p:grpSp>
        <p:nvGrpSpPr>
          <p:cNvPr id="18" name="Graphic 38">
            <a:extLst>
              <a:ext uri="{FF2B5EF4-FFF2-40B4-BE49-F238E27FC236}">
                <a16:creationId xmlns:a16="http://schemas.microsoft.com/office/drawing/2014/main" xmlns="" id="{ECE49749-8D35-F3FC-F07B-57AED3030ABC}"/>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xmlns="" id="{1A0E35ED-5D1C-6330-9CC8-0A2E638C74E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xmlns="" id="{7C53912A-A7C9-802A-DF02-B7AB8860DE2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xmlns="" id="{991B9CDE-A108-DDBF-17E2-854B9ABE00E4}"/>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xmlns="" id="{BEECEBDE-BA50-4339-793F-E7957A5B367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xmlns="" id="{FB1A3EC0-BBA8-62B5-5750-4265FE76D26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xmlns="" id="{021B0E75-AF59-4FCE-C9EF-A9B3066C9E6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xmlns="" id="{6413A088-2645-04AE-F76B-07FFDA893E5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xmlns="" id="{15A431CD-8D04-4CF4-97A6-FA89505ECB9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xmlns="" id="{E8B9F9B4-1E5B-2914-7953-382826FD103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xmlns="" id="{56A7DF70-9557-6D6E-0F84-2F6EDDD0BFD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xmlns="" id="{A04FF41C-90A3-55B8-F097-092D685F288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xmlns="" id="{53DB4700-3A04-474E-BA7C-70803E680E6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xmlns="" id="{DF5055DB-4152-85DA-1A50-32724D6B4C1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xmlns="" id="{8E284802-EB8F-B86D-7E17-A02A9F786C0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xmlns="" id="{1AB213AA-9F3A-B2A7-8488-B6693A68CFC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xmlns="" id="{AB2C1E08-D13B-A6B0-7B43-D8B3A9C395B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xmlns="" id="{E2784FEA-3C42-772E-7C52-48753DFD2DFE}"/>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xmlns="" id="{EE96209A-1E16-355A-F7E9-66917CF379D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xmlns="" id="{9FEB3D7B-BF39-62B1-40B2-8DAB7807AFB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xmlns="" id="{1AF868CA-116F-BD95-92DA-C56AD1C476D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xmlns="" id="{2EE9EC40-D9C1-7315-3A58-09A18CB08D8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xmlns="" id="{4A3DBCEC-78EB-E657-FD2A-2C5B4C34740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xmlns="" id="{6B87705B-A938-F71B-66D0-30E3813CC7A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xmlns="" id="{E544F828-B2DC-9AD9-11CF-1BE6FDC1D66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xmlns="" id="{2DB01119-1381-50FE-64C7-726E35E4112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xmlns="" id="{9F838CFB-7F40-28B4-9468-8668BAC6085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xmlns="" id="{F66FEB3B-4FBA-5461-FCEB-51DA8B42B1E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xmlns="" id="{80F77BB0-0C26-16B4-5D8F-49C8A84173D3}"/>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xmlns="" id="{2F2EB073-AABA-050E-578E-A75B783255D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xmlns="" id="{6C7C7D84-AD2C-E1BD-A0D3-C773E2E7A2B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6" name="Title 1">
            <a:extLst>
              <a:ext uri="{FF2B5EF4-FFF2-40B4-BE49-F238E27FC236}">
                <a16:creationId xmlns:a16="http://schemas.microsoft.com/office/drawing/2014/main" xmlns="" id="{BDFB9637-7A85-9341-31D8-500E2DB78D14}"/>
              </a:ext>
            </a:extLst>
          </p:cNvPr>
          <p:cNvSpPr txBox="1">
            <a:spLocks/>
          </p:cNvSpPr>
          <p:nvPr/>
        </p:nvSpPr>
        <p:spPr>
          <a:xfrm>
            <a:off x="5838976" y="1006036"/>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defRPr sz="4400" b="1">
                <a:solidFill>
                  <a:srgbClr val="F1F5F9"/>
                </a:solidFill>
                <a:latin typeface="Urbanist"/>
              </a:defRPr>
            </a:pPr>
            <a:r>
              <a:rPr lang="en-US" altLang="ko-KR" b="1" dirty="0"/>
              <a:t>Parallel vs </a:t>
            </a:r>
            <a:r>
              <a:rPr lang="en-US" altLang="ko-KR" dirty="0"/>
              <a:t>Sequential </a:t>
            </a:r>
            <a:endParaRPr lang="en-US" b="1" dirty="0">
              <a:solidFill>
                <a:schemeClr val="bg1"/>
              </a:solidFill>
              <a:latin typeface="Urbanist"/>
            </a:endParaRPr>
          </a:p>
        </p:txBody>
      </p:sp>
      <p:sp>
        <p:nvSpPr>
          <p:cNvPr id="7" name="Title 1">
            <a:extLst>
              <a:ext uri="{FF2B5EF4-FFF2-40B4-BE49-F238E27FC236}">
                <a16:creationId xmlns:a16="http://schemas.microsoft.com/office/drawing/2014/main" xmlns="" id="{0C1ADED1-41C4-8FF3-A624-B64A4CA3E8A4}"/>
              </a:ext>
            </a:extLst>
          </p:cNvPr>
          <p:cNvSpPr txBox="1">
            <a:spLocks/>
          </p:cNvSpPr>
          <p:nvPr/>
        </p:nvSpPr>
        <p:spPr>
          <a:xfrm>
            <a:off x="5826360" y="2998054"/>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Processing Overhead:</a:t>
            </a:r>
          </a:p>
          <a:p>
            <a:pPr marL="571500" indent="-571500" algn="l">
              <a:buFontTx/>
              <a:buChar char="-"/>
              <a:defRPr sz="4400" b="1">
                <a:solidFill>
                  <a:srgbClr val="F1F5F9"/>
                </a:solidFill>
                <a:latin typeface="Urbanist"/>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Process creation and management</a:t>
            </a:r>
          </a:p>
          <a:p>
            <a:pPr marL="571500" indent="-571500" algn="l">
              <a:buFontTx/>
              <a:buChar char="-"/>
              <a:defRPr sz="4400" b="1">
                <a:solidFill>
                  <a:srgbClr val="F1F5F9"/>
                </a:solidFill>
                <a:latin typeface="Urbanist"/>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Inter-process communication (IPC)</a:t>
            </a:r>
            <a:endParaRPr lang="en-US" sz="2400"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Tree>
    <p:extLst>
      <p:ext uri="{BB962C8B-B14F-4D97-AF65-F5344CB8AC3E}">
        <p14:creationId xmlns:p14="http://schemas.microsoft.com/office/powerpoint/2010/main" val="1962065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52425" y="1676400"/>
            <a:ext cx="11487150" cy="3505200"/>
          </a:xfrm>
          <a:prstGeom prst="rect">
            <a:avLst/>
          </a:prstGeom>
        </p:spPr>
      </p:pic>
    </p:spTree>
    <p:extLst>
      <p:ext uri="{BB962C8B-B14F-4D97-AF65-F5344CB8AC3E}">
        <p14:creationId xmlns:p14="http://schemas.microsoft.com/office/powerpoint/2010/main" val="20401495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543050" y="1076325"/>
            <a:ext cx="9105900" cy="4705350"/>
          </a:xfrm>
          <a:prstGeom prst="rect">
            <a:avLst/>
          </a:prstGeom>
        </p:spPr>
      </p:pic>
    </p:spTree>
    <p:extLst>
      <p:ext uri="{BB962C8B-B14F-4D97-AF65-F5344CB8AC3E}">
        <p14:creationId xmlns:p14="http://schemas.microsoft.com/office/powerpoint/2010/main" val="32580197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t>Threads vs. Processes</a:t>
            </a:r>
          </a:p>
        </p:txBody>
      </p:sp>
      <p:pic>
        <p:nvPicPr>
          <p:cNvPr id="5" name="Picture 4"/>
          <p:cNvPicPr>
            <a:picLocks noChangeAspect="1"/>
          </p:cNvPicPr>
          <p:nvPr/>
        </p:nvPicPr>
        <p:blipFill>
          <a:blip r:embed="rId2"/>
          <a:stretch>
            <a:fillRect/>
          </a:stretch>
        </p:blipFill>
        <p:spPr>
          <a:xfrm>
            <a:off x="457200" y="1600200"/>
            <a:ext cx="10850880" cy="3977640"/>
          </a:xfrm>
          <a:prstGeom prst="rect">
            <a:avLst/>
          </a:prstGeom>
        </p:spPr>
      </p:pic>
    </p:spTree>
    <p:extLst>
      <p:ext uri="{BB962C8B-B14F-4D97-AF65-F5344CB8AC3E}">
        <p14:creationId xmlns:p14="http://schemas.microsoft.com/office/powerpoint/2010/main" val="26806395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t>Threads vs. Processes</a:t>
            </a:r>
          </a:p>
        </p:txBody>
      </p:sp>
      <p:sp>
        <p:nvSpPr>
          <p:cNvPr id="3" name="Content Placeholder 2"/>
          <p:cNvSpPr>
            <a:spLocks noGrp="1"/>
          </p:cNvSpPr>
          <p:nvPr>
            <p:ph idx="1"/>
          </p:nvPr>
        </p:nvSpPr>
        <p:spPr>
          <a:xfrm>
            <a:off x="457199" y="1600200"/>
            <a:ext cx="11255829" cy="4525963"/>
          </a:xfrm>
        </p:spPr>
        <p:txBody>
          <a:bodyPr/>
          <a:lstStyle/>
          <a:p>
            <a:pPr marL="0" indent="0">
              <a:spcAft>
                <a:spcPts val="1400"/>
              </a:spcAft>
              <a:buNone/>
              <a:defRPr sz="2200">
                <a:solidFill>
                  <a:srgbClr val="CBD5E1"/>
                </a:solidFill>
                <a:latin typeface="Urbanist"/>
              </a:defRPr>
            </a:pPr>
            <a:r>
              <a:rPr dirty="0"/>
              <a:t>Key Distinctions</a:t>
            </a:r>
          </a:p>
          <a:p>
            <a:pPr marL="0" indent="0">
              <a:spcAft>
                <a:spcPts val="1400"/>
              </a:spcAft>
              <a:buNone/>
              <a:defRPr sz="2200">
                <a:solidFill>
                  <a:srgbClr val="CBD5E1"/>
                </a:solidFill>
                <a:latin typeface="Urbanist"/>
              </a:defRPr>
            </a:pPr>
            <a:r>
              <a:rPr dirty="0"/>
              <a:t>- Threads share the same memory space within a process.</a:t>
            </a:r>
          </a:p>
          <a:p>
            <a:pPr marL="0" indent="0">
              <a:spcAft>
                <a:spcPts val="1400"/>
              </a:spcAft>
              <a:buNone/>
              <a:defRPr sz="2200">
                <a:solidFill>
                  <a:srgbClr val="CBD5E1"/>
                </a:solidFill>
                <a:latin typeface="Urbanist"/>
              </a:defRPr>
            </a:pPr>
            <a:r>
              <a:rPr dirty="0"/>
              <a:t>- Resource Sharing: Threads share code, data, and files.</a:t>
            </a:r>
          </a:p>
          <a:p>
            <a:pPr marL="0" indent="0">
              <a:spcAft>
                <a:spcPts val="1400"/>
              </a:spcAft>
              <a:buNone/>
              <a:defRPr sz="2200">
                <a:solidFill>
                  <a:srgbClr val="CBD5E1"/>
                </a:solidFill>
                <a:latin typeface="Urbanist"/>
              </a:defRPr>
            </a:pPr>
            <a:r>
              <a:rPr dirty="0"/>
              <a:t>- Overhead: Threads are 'lightweight'; faster creation than processes.</a:t>
            </a:r>
          </a:p>
          <a:p>
            <a:pPr marL="0" indent="0">
              <a:spcAft>
                <a:spcPts val="1400"/>
              </a:spcAft>
              <a:buNone/>
              <a:defRPr sz="2200">
                <a:solidFill>
                  <a:srgbClr val="CBD5E1"/>
                </a:solidFill>
                <a:latin typeface="Urbanist"/>
              </a:defRPr>
            </a:pPr>
            <a:r>
              <a:rPr dirty="0"/>
              <a:t>- Risk: A bug in one thread can crash the entire process.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6CF70BAC-019A-8999-B803-2CB92264FA38}"/>
            </a:ext>
          </a:extLst>
        </p:cNvPr>
        <p:cNvGrpSpPr/>
        <p:nvPr/>
      </p:nvGrpSpPr>
      <p:grpSpPr>
        <a:xfrm>
          <a:off x="0" y="0"/>
          <a:ext cx="0" cy="0"/>
          <a:chOff x="0" y="0"/>
          <a:chExt cx="0" cy="0"/>
        </a:xfrm>
      </p:grpSpPr>
      <p:sp useBgFill="1">
        <p:nvSpPr>
          <p:cNvPr id="6" name="Rectangle 8">
            <a:extLst>
              <a:ext uri="{FF2B5EF4-FFF2-40B4-BE49-F238E27FC236}">
                <a16:creationId xmlns:a16="http://schemas.microsoft.com/office/drawing/2014/main" xmlns="" id="{1500B4A4-B1F1-41EA-886A-B8A210DBCA3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0">
            <a:extLst>
              <a:ext uri="{FF2B5EF4-FFF2-40B4-BE49-F238E27FC236}">
                <a16:creationId xmlns:a16="http://schemas.microsoft.com/office/drawing/2014/main" xmlns="" id="{5E55A99C-0BDC-4DBE-8E40-9FA66F629FA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891540"/>
            <a:ext cx="722376" cy="5071110"/>
          </a:xfrm>
          <a:prstGeom prst="rect">
            <a:avLst/>
          </a:prstGeom>
          <a:solidFill>
            <a:srgbClr val="4C52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그림 3">
            <a:extLst>
              <a:ext uri="{FF2B5EF4-FFF2-40B4-BE49-F238E27FC236}">
                <a16:creationId xmlns:a16="http://schemas.microsoft.com/office/drawing/2014/main" xmlns="" id="{BCEFE694-A741-80D0-C758-95F2F789EEC0}"/>
              </a:ext>
            </a:extLst>
          </p:cNvPr>
          <p:cNvPicPr>
            <a:picLocks noChangeAspect="1"/>
          </p:cNvPicPr>
          <p:nvPr/>
        </p:nvPicPr>
        <p:blipFill>
          <a:blip r:embed="rId2"/>
          <a:stretch>
            <a:fillRect/>
          </a:stretch>
        </p:blipFill>
        <p:spPr>
          <a:xfrm>
            <a:off x="1623534" y="0"/>
            <a:ext cx="9667002" cy="6815237"/>
          </a:xfrm>
          <a:prstGeom prst="rect">
            <a:avLst/>
          </a:prstGeom>
        </p:spPr>
      </p:pic>
    </p:spTree>
    <p:extLst>
      <p:ext uri="{BB962C8B-B14F-4D97-AF65-F5344CB8AC3E}">
        <p14:creationId xmlns:p14="http://schemas.microsoft.com/office/powerpoint/2010/main" val="3786175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rPr dirty="0"/>
              <a:t>Synchronization Challenges</a:t>
            </a:r>
          </a:p>
        </p:txBody>
      </p:sp>
      <p:sp>
        <p:nvSpPr>
          <p:cNvPr id="3" name="Content Placeholder 2"/>
          <p:cNvSpPr>
            <a:spLocks noGrp="1"/>
          </p:cNvSpPr>
          <p:nvPr>
            <p:ph idx="1"/>
          </p:nvPr>
        </p:nvSpPr>
        <p:spPr>
          <a:xfrm>
            <a:off x="457200" y="1600200"/>
            <a:ext cx="11277600" cy="4525963"/>
          </a:xfrm>
        </p:spPr>
        <p:txBody>
          <a:bodyPr/>
          <a:lstStyle/>
          <a:p>
            <a:pPr marL="0" indent="0">
              <a:spcAft>
                <a:spcPts val="1400"/>
              </a:spcAft>
              <a:buNone/>
              <a:defRPr sz="2200">
                <a:solidFill>
                  <a:srgbClr val="CBD5E1"/>
                </a:solidFill>
                <a:latin typeface="Urbanist"/>
              </a:defRPr>
            </a:pPr>
            <a:r>
              <a:rPr dirty="0"/>
              <a:t>- Race Conditions: Simultaneous access leads to unpredictable outcomes.</a:t>
            </a:r>
          </a:p>
          <a:p>
            <a:pPr marL="0" indent="0">
              <a:spcAft>
                <a:spcPts val="1400"/>
              </a:spcAft>
              <a:buNone/>
              <a:defRPr sz="2200">
                <a:solidFill>
                  <a:srgbClr val="CBD5E1"/>
                </a:solidFill>
                <a:latin typeface="Urbanist"/>
              </a:defRPr>
            </a:pPr>
            <a:r>
              <a:rPr dirty="0"/>
              <a:t>- Deadlocks: Threads wait indefinitely for each other to release resources.</a:t>
            </a:r>
          </a:p>
          <a:p>
            <a:pPr marL="0" indent="0">
              <a:spcAft>
                <a:spcPts val="1400"/>
              </a:spcAft>
              <a:buNone/>
              <a:defRPr sz="2200">
                <a:solidFill>
                  <a:srgbClr val="CBD5E1"/>
                </a:solidFill>
                <a:latin typeface="Urbanist"/>
              </a:defRPr>
            </a:pPr>
            <a:r>
              <a:rPr dirty="0"/>
              <a:t>- Context Switching: CPU overhead when switching threads.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xmlns="" id="{E2D3D3F2-ABBB-4453-B1C5-1BEBF7E4DD5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xmlns="" id="{D7A453D2-15D8-4403-815F-291FA16340D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xmlns="" id="{D36F9873-642F-4EB5-9636-7DE2F9F95D6B}"/>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1" y="2075420"/>
            <a:ext cx="12048729" cy="4093306"/>
            <a:chOff x="1" y="2075420"/>
            <a:chExt cx="12048729" cy="4093306"/>
          </a:xfrm>
        </p:grpSpPr>
        <p:sp>
          <p:nvSpPr>
            <p:cNvPr id="22" name="Oval 21">
              <a:extLst>
                <a:ext uri="{FF2B5EF4-FFF2-40B4-BE49-F238E27FC236}">
                  <a16:creationId xmlns:a16="http://schemas.microsoft.com/office/drawing/2014/main" xmlns="" id="{CF8B8011-BF73-4693-BD76-BCF02A842048}"/>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xmlns="" id="{07329488-C25D-4C7C-814F-CEBFD5E7C4F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xmlns="" id="{768D62A5-CA80-455B-8BF4-09BA31DC355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xmlns="" id="{B320F636-F7FE-493A-AF45-D9E22016E18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xmlns="" id="{3CFAE76A-3CE9-4AC3-9975-186C6B3EEA4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xmlns="" id="{1D2D7409-1AC7-4A0F-B79D-1664128FB4F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xmlns="" id="{8161EA6B-09CA-445B-AB0D-8DF76FA92DE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5" y="630936"/>
            <a:ext cx="5330275" cy="1951075"/>
          </a:xfrm>
          <a:noFill/>
        </p:spPr>
        <p:txBody>
          <a:bodyPr vert="horz" lIns="91440" tIns="45720" rIns="91440" bIns="45720" rtlCol="0" anchor="t">
            <a:normAutofit/>
          </a:bodyPr>
          <a:lstStyle/>
          <a:p>
            <a:pPr algn="l" defTabSz="914400">
              <a:defRPr sz="4400" b="1">
                <a:solidFill>
                  <a:srgbClr val="F1F5F9"/>
                </a:solidFill>
                <a:latin typeface="Urbanist"/>
              </a:defRPr>
            </a:pPr>
            <a:r>
              <a:rPr lang="en-US" sz="4800" kern="1200">
                <a:solidFill>
                  <a:schemeClr val="bg1"/>
                </a:solidFill>
                <a:latin typeface="Urbanist" panose="020B0A04040200000203" pitchFamily="34" charset="0"/>
                <a:ea typeface="Urbanist" panose="020B0A04040200000203" pitchFamily="34" charset="0"/>
                <a:cs typeface="Urbanist" panose="020B0A04040200000203" pitchFamily="34" charset="0"/>
              </a:rPr>
              <a:t>Race Condition</a:t>
            </a:r>
          </a:p>
        </p:txBody>
      </p:sp>
      <p:sp>
        <p:nvSpPr>
          <p:cNvPr id="3" name="Content Placeholder 2"/>
          <p:cNvSpPr>
            <a:spLocks noGrp="1"/>
          </p:cNvSpPr>
          <p:nvPr>
            <p:ph idx="1"/>
          </p:nvPr>
        </p:nvSpPr>
        <p:spPr>
          <a:xfrm>
            <a:off x="6167718" y="630936"/>
            <a:ext cx="4992469" cy="1951087"/>
          </a:xfrm>
          <a:noFill/>
        </p:spPr>
        <p:txBody>
          <a:bodyPr vert="horz" lIns="91440" tIns="45720" rIns="91440" bIns="45720" rtlCol="0" anchor="t">
            <a:normAutofit/>
          </a:bodyPr>
          <a:lstStyle/>
          <a:p>
            <a:pPr marL="0" indent="0" defTabSz="914400">
              <a:spcBef>
                <a:spcPts val="1000"/>
              </a:spcBef>
              <a:spcAft>
                <a:spcPts val="1400"/>
              </a:spcAft>
              <a:buNone/>
              <a:defRPr sz="2200">
                <a:solidFill>
                  <a:srgbClr val="CBD5E1"/>
                </a:solidFill>
                <a:latin typeface="Urbanist"/>
              </a:defRPr>
            </a:pPr>
            <a:r>
              <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Shared variable is accessed by several processes/threads concurrently </a:t>
            </a:r>
          </a:p>
          <a:p>
            <a:pPr marL="0" indent="0" defTabSz="914400">
              <a:spcBef>
                <a:spcPts val="1000"/>
              </a:spcBef>
              <a:spcAft>
                <a:spcPts val="1400"/>
              </a:spcAft>
              <a:buNone/>
              <a:defRPr sz="2200">
                <a:solidFill>
                  <a:srgbClr val="CBD5E1"/>
                </a:solidFill>
                <a:latin typeface="Urbanist"/>
              </a:defRPr>
            </a:pPr>
            <a:r>
              <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-&gt; Data Inconsistency</a:t>
            </a:r>
          </a:p>
        </p:txBody>
      </p:sp>
      <p:sp>
        <p:nvSpPr>
          <p:cNvPr id="31" name="Rectangle 30">
            <a:extLst>
              <a:ext uri="{FF2B5EF4-FFF2-40B4-BE49-F238E27FC236}">
                <a16:creationId xmlns:a16="http://schemas.microsoft.com/office/drawing/2014/main" xmlns="" id="{B8114C98-A349-4111-A123-E8EAB86ABE3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xmlns="" id="{670FB431-AE18-414D-92F4-1D12D1991152}"/>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11259539" y="317578"/>
            <a:ext cx="548640" cy="549007"/>
            <a:chOff x="7029447" y="3514725"/>
            <a:chExt cx="1285875" cy="549007"/>
          </a:xfrm>
        </p:grpSpPr>
        <p:cxnSp>
          <p:nvCxnSpPr>
            <p:cNvPr id="34" name="Straight Connector 33">
              <a:extLst>
                <a:ext uri="{FF2B5EF4-FFF2-40B4-BE49-F238E27FC236}">
                  <a16:creationId xmlns:a16="http://schemas.microsoft.com/office/drawing/2014/main" xmlns="" id="{24467063-D74E-4D42-8790-B9F6D69584B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xmlns="" id="{A1D19BAC-1681-47BC-AAF5-92FAFFF6F4CE}"/>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xmlns="" id="{94347C2B-E846-452C-97AA-7E254FC1CE8F}"/>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xmlns="" id="{10EA2B35-7959-4C2A-84AA-FF5D94FEDE90}"/>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grpSp>
        <p:nvGrpSpPr>
          <p:cNvPr id="39" name="Group 38">
            <a:extLst>
              <a:ext uri="{FF2B5EF4-FFF2-40B4-BE49-F238E27FC236}">
                <a16:creationId xmlns:a16="http://schemas.microsoft.com/office/drawing/2014/main" xmlns="" id="{8214E4A5-A0D2-42C4-8D14-D2A7E495F041}"/>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rot="5400000">
            <a:off x="616345" y="5940560"/>
            <a:ext cx="1285875" cy="549007"/>
            <a:chOff x="7029447" y="3514725"/>
            <a:chExt cx="1285875" cy="549007"/>
          </a:xfrm>
        </p:grpSpPr>
        <p:cxnSp>
          <p:nvCxnSpPr>
            <p:cNvPr id="40" name="Straight Connector 39">
              <a:extLst>
                <a:ext uri="{FF2B5EF4-FFF2-40B4-BE49-F238E27FC236}">
                  <a16:creationId xmlns:a16="http://schemas.microsoft.com/office/drawing/2014/main" xmlns="" id="{7494D7A0-6B21-41E8-A7D3-0033BBB79156}"/>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xmlns="" id="{1E141D7D-32B0-448E-A666-EA8703AFCF2C}"/>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xmlns="" id="{8D87E268-6345-420F-8B97-B37ED04100EC}"/>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xmlns="" id="{35E1622E-7FA6-4760-A2BF-A8105EBF7BB9}"/>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pic>
        <p:nvPicPr>
          <p:cNvPr id="7" name="그림 6">
            <a:extLst>
              <a:ext uri="{FF2B5EF4-FFF2-40B4-BE49-F238E27FC236}">
                <a16:creationId xmlns:a16="http://schemas.microsoft.com/office/drawing/2014/main" xmlns="" id="{721DDFDB-4456-3398-4808-DBA5EFE170EE}"/>
              </a:ext>
            </a:extLst>
          </p:cNvPr>
          <p:cNvPicPr>
            <a:picLocks noChangeAspect="1"/>
          </p:cNvPicPr>
          <p:nvPr/>
        </p:nvPicPr>
        <p:blipFill>
          <a:blip r:embed="rId2"/>
          <a:srcRect t="1417" r="-2" b="-2"/>
          <a:stretch>
            <a:fillRect/>
          </a:stretch>
        </p:blipFill>
        <p:spPr>
          <a:xfrm>
            <a:off x="6081357" y="2856400"/>
            <a:ext cx="5209846" cy="3492497"/>
          </a:xfrm>
          <a:prstGeom prst="rect">
            <a:avLst/>
          </a:prstGeom>
        </p:spPr>
      </p:pic>
      <p:grpSp>
        <p:nvGrpSpPr>
          <p:cNvPr id="45" name="Group 44">
            <a:extLst>
              <a:ext uri="{FF2B5EF4-FFF2-40B4-BE49-F238E27FC236}">
                <a16:creationId xmlns:a16="http://schemas.microsoft.com/office/drawing/2014/main" xmlns="" id="{AF19A774-30A5-488B-9BAF-629C6440294E}"/>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rot="16200000">
            <a:off x="474193" y="2900856"/>
            <a:ext cx="304800" cy="429768"/>
            <a:chOff x="215328" y="-46937"/>
            <a:chExt cx="304800" cy="2773841"/>
          </a:xfrm>
        </p:grpSpPr>
        <p:cxnSp>
          <p:nvCxnSpPr>
            <p:cNvPr id="46" name="Straight Connector 45">
              <a:extLst>
                <a:ext uri="{FF2B5EF4-FFF2-40B4-BE49-F238E27FC236}">
                  <a16:creationId xmlns:a16="http://schemas.microsoft.com/office/drawing/2014/main" xmlns="" id="{291EBF88-5B98-4258-A542-14C3AF2E5225}"/>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xmlns="" id="{8FBC2D58-9E3C-490D-BD7A-61EF07EA79E4}"/>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xmlns="" id="{B6CF1BB4-1C1D-4EDE-BA26-0243FCF83BB9}"/>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xmlns="" id="{00C83729-E02F-4512-AFE7-F4792228BDA2}"/>
                </a:ext>
                <a:ext uri="{C183D7F6-B498-43B3-948B-1728B52AA6E4}">
                  <adec:decorative xmlns:adec="http://schemas.microsoft.com/office/drawing/2017/decorative" xmlns="" val="1"/>
                </a:ext>
              </a:extLst>
            </p:cNvPr>
            <p:cNvCxnSpPr>
              <a:cxnSpLocks/>
            </p:cNvCxnSpPr>
            <p:nvPr>
              <p:extLst>
                <p:ext uri="{386F3935-93C4-4BCD-93E2-E3B085C9AB24}">
                  <p16:designElem xmlns:p16="http://schemas.microsoft.com/office/powerpoint/2015/main" xmlns=""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pic>
        <p:nvPicPr>
          <p:cNvPr id="5" name="그림 4">
            <a:extLst>
              <a:ext uri="{FF2B5EF4-FFF2-40B4-BE49-F238E27FC236}">
                <a16:creationId xmlns:a16="http://schemas.microsoft.com/office/drawing/2014/main" xmlns="" id="{12FED4D1-597E-035A-2ADE-976BDD32837C}"/>
              </a:ext>
            </a:extLst>
          </p:cNvPr>
          <p:cNvPicPr>
            <a:picLocks noChangeAspect="1"/>
          </p:cNvPicPr>
          <p:nvPr/>
        </p:nvPicPr>
        <p:blipFill>
          <a:blip r:embed="rId3"/>
          <a:srcRect r="-2" b="1051"/>
          <a:stretch>
            <a:fillRect/>
          </a:stretch>
        </p:blipFill>
        <p:spPr>
          <a:xfrm>
            <a:off x="886160" y="2809070"/>
            <a:ext cx="5209836" cy="3492497"/>
          </a:xfrm>
          <a:prstGeom prst="rect">
            <a:avLst/>
          </a:prstGeom>
        </p:spPr>
      </p:pic>
      <p:sp>
        <p:nvSpPr>
          <p:cNvPr id="8" name="Content Placeholder 2">
            <a:extLst>
              <a:ext uri="{FF2B5EF4-FFF2-40B4-BE49-F238E27FC236}">
                <a16:creationId xmlns:a16="http://schemas.microsoft.com/office/drawing/2014/main" xmlns="" id="{2860B5B7-03FD-A67B-4405-49AE46435A6F}"/>
              </a:ext>
            </a:extLst>
          </p:cNvPr>
          <p:cNvSpPr txBox="1">
            <a:spLocks/>
          </p:cNvSpPr>
          <p:nvPr/>
        </p:nvSpPr>
        <p:spPr>
          <a:xfrm>
            <a:off x="777660" y="2020901"/>
            <a:ext cx="4992469" cy="587057"/>
          </a:xfrm>
          <a:prstGeom prst="rect">
            <a:avLst/>
          </a:prstGeom>
          <a:noFill/>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a:spcBef>
                <a:spcPts val="1000"/>
              </a:spcBef>
              <a:spcAft>
                <a:spcPts val="1400"/>
              </a:spcAft>
              <a:buFont typeface="Arial"/>
              <a:buNone/>
              <a:defRPr sz="2200">
                <a:solidFill>
                  <a:srgbClr val="CBD5E1"/>
                </a:solidFill>
                <a:latin typeface="Urbanist"/>
              </a:defRPr>
            </a:pPr>
            <a:r>
              <a:rPr lang="en-US" sz="2400" dirty="0">
                <a:solidFill>
                  <a:schemeClr val="bg1"/>
                </a:solidFill>
                <a:latin typeface="Urbanist" panose="020B0A04040200000203" pitchFamily="34" charset="0"/>
                <a:ea typeface="Urbanist" panose="020B0A04040200000203" pitchFamily="34" charset="0"/>
                <a:cs typeface="Urbanist" panose="020B0A04040200000203" pitchFamily="34" charset="0"/>
              </a:rPr>
              <a:t>**Critical Section</a:t>
            </a:r>
          </a:p>
        </p:txBody>
      </p:sp>
    </p:spTree>
    <p:extLst>
      <p:ext uri="{BB962C8B-B14F-4D97-AF65-F5344CB8AC3E}">
        <p14:creationId xmlns:p14="http://schemas.microsoft.com/office/powerpoint/2010/main" val="2540469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F3D576DA-6B59-8AA9-32CC-24B29099118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xmlns="" id="{E5F17139-31EE-46AC-B04F-DBBD852DD6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xmlns="" id="{E655348D-BB41-C96A-FA30-314982B63276}"/>
              </a:ext>
            </a:extLst>
          </p:cNvPr>
          <p:cNvSpPr>
            <a:spLocks noGrp="1"/>
          </p:cNvSpPr>
          <p:nvPr>
            <p:ph type="title"/>
          </p:nvPr>
        </p:nvSpPr>
        <p:spPr>
          <a:xfrm>
            <a:off x="1331088" y="565739"/>
            <a:ext cx="9745883" cy="1124949"/>
          </a:xfrm>
        </p:spPr>
        <p:txBody>
          <a:bodyPr>
            <a:normAutofit/>
          </a:bodyPr>
          <a:lstStyle/>
          <a:p>
            <a:pPr>
              <a:defRPr sz="4400" b="1">
                <a:solidFill>
                  <a:srgbClr val="F1F5F9"/>
                </a:solidFill>
                <a:latin typeface="Urbanist"/>
              </a:defRPr>
            </a:pPr>
            <a:r>
              <a:rPr lang="en-US" altLang="ko-KR">
                <a:solidFill>
                  <a:schemeClr val="bg1"/>
                </a:solidFill>
              </a:rPr>
              <a:t>Synchronization Requirements</a:t>
            </a:r>
            <a:endParaRPr lang="en-US">
              <a:solidFill>
                <a:schemeClr val="bg1"/>
              </a:solidFill>
            </a:endParaRPr>
          </a:p>
        </p:txBody>
      </p:sp>
      <p:sp>
        <p:nvSpPr>
          <p:cNvPr id="11" name="Freeform: Shape 10">
            <a:extLst>
              <a:ext uri="{FF2B5EF4-FFF2-40B4-BE49-F238E27FC236}">
                <a16:creationId xmlns:a16="http://schemas.microsoft.com/office/drawing/2014/main" xmlns="" id="{AAD42DD4-86F6-4FD2-869F-32D35E310CF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681037"/>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13" name="Freeform: Shape 12">
            <a:extLst>
              <a:ext uri="{FF2B5EF4-FFF2-40B4-BE49-F238E27FC236}">
                <a16:creationId xmlns:a16="http://schemas.microsoft.com/office/drawing/2014/main" xmlns="" id="{4C36B8C5-0DEB-41B5-911D-572E2E835E3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1116069"/>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xmlns="" id="{B5DC987A-A8C7-4C23-9BF5-33E9F6F21D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836766" y="2256427"/>
            <a:ext cx="10855283" cy="3963398"/>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xmlns="" id="{F213F2CF-C6DF-4CE1-A6F0-E3B1BFBB0B2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838200" y="2256427"/>
            <a:ext cx="10853849" cy="3955009"/>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xmlns="" id="{84325C15-4820-4911-B66E-A5F917CFAE5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735106" y="2125615"/>
            <a:ext cx="10855283" cy="3974760"/>
          </a:xfrm>
          <a:prstGeom prst="rect">
            <a:avLst/>
          </a:pr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xmlns="" id="{2B8F3FBC-5FCB-5C6A-AC5F-185B461BA0F4}"/>
              </a:ext>
            </a:extLst>
          </p:cNvPr>
          <p:cNvGraphicFramePr>
            <a:graphicFrameLocks noGrp="1"/>
          </p:cNvGraphicFramePr>
          <p:nvPr>
            <p:ph idx="1"/>
            <p:extLst>
              <p:ext uri="{D42A27DB-BD31-4B8C-83A1-F6EECF244321}">
                <p14:modId xmlns:p14="http://schemas.microsoft.com/office/powerpoint/2010/main" val="3248053796"/>
              </p:ext>
            </p:extLst>
          </p:nvPr>
        </p:nvGraphicFramePr>
        <p:xfrm>
          <a:off x="1093694" y="2425605"/>
          <a:ext cx="10260106" cy="3371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005157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F2F8D6F9-86E1-2295-2561-DD6C8AFF34F4}"/>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xmlns="" id="{A4AC5506-6312-4701-8D3C-40187889A94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13510345-280D-970A-3CED-0564CA7BC15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defTabSz="914400">
              <a:lnSpc>
                <a:spcPct val="90000"/>
              </a:lnSpc>
              <a:defRPr sz="4400" b="1">
                <a:solidFill>
                  <a:srgbClr val="F1F5F9"/>
                </a:solidFill>
                <a:latin typeface="Urbanist"/>
              </a:defRPr>
            </a:pPr>
            <a:r>
              <a:rPr lang="en-US" sz="32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Synchronization Solutions</a:t>
            </a:r>
          </a:p>
        </p:txBody>
      </p:sp>
      <p:pic>
        <p:nvPicPr>
          <p:cNvPr id="7" name="내용 개체 틀 6">
            <a:extLst>
              <a:ext uri="{FF2B5EF4-FFF2-40B4-BE49-F238E27FC236}">
                <a16:creationId xmlns:a16="http://schemas.microsoft.com/office/drawing/2014/main" xmlns="" id="{82909A64-086A-4BD0-AC22-A5B9611BC93E}"/>
              </a:ext>
            </a:extLst>
          </p:cNvPr>
          <p:cNvPicPr>
            <a:picLocks noGrp="1" noChangeAspect="1"/>
          </p:cNvPicPr>
          <p:nvPr>
            <p:ph idx="1"/>
          </p:nvPr>
        </p:nvPicPr>
        <p:blipFill>
          <a:blip r:embed="rId3"/>
          <a:stretch>
            <a:fillRect/>
          </a:stretch>
        </p:blipFill>
        <p:spPr>
          <a:xfrm>
            <a:off x="709461" y="1999754"/>
            <a:ext cx="10905066" cy="2099224"/>
          </a:xfrm>
          <a:prstGeom prst="rect">
            <a:avLst/>
          </a:prstGeom>
        </p:spPr>
      </p:pic>
      <p:sp>
        <p:nvSpPr>
          <p:cNvPr id="8" name="Content Placeholder 2">
            <a:extLst>
              <a:ext uri="{FF2B5EF4-FFF2-40B4-BE49-F238E27FC236}">
                <a16:creationId xmlns:a16="http://schemas.microsoft.com/office/drawing/2014/main" xmlns="" id="{FB9FC55B-F4BF-E044-3B49-EE923F857324}"/>
              </a:ext>
            </a:extLst>
          </p:cNvPr>
          <p:cNvSpPr txBox="1">
            <a:spLocks/>
          </p:cNvSpPr>
          <p:nvPr/>
        </p:nvSpPr>
        <p:spPr>
          <a:xfrm>
            <a:off x="1631019" y="4416552"/>
            <a:ext cx="4087368" cy="1528317"/>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spcAft>
                <a:spcPts val="1400"/>
              </a:spcAft>
              <a:buNone/>
              <a:defRPr sz="2200">
                <a:solidFill>
                  <a:srgbClr val="CBD5E1"/>
                </a:solidFill>
                <a:latin typeface="Urbanist"/>
              </a:defRPr>
            </a:pPr>
            <a:r>
              <a:rPr lang="en-US" sz="2200" dirty="0">
                <a:solidFill>
                  <a:srgbClr val="FF0000"/>
                </a:solidFill>
                <a:latin typeface="Urbanist"/>
              </a:rPr>
              <a:t>Inefficient</a:t>
            </a:r>
          </a:p>
          <a:p>
            <a:pPr>
              <a:spcAft>
                <a:spcPts val="1400"/>
              </a:spcAft>
              <a:buFontTx/>
              <a:buChar char="-"/>
              <a:defRPr sz="2200">
                <a:solidFill>
                  <a:srgbClr val="CBD5E1"/>
                </a:solidFill>
                <a:latin typeface="Urbanist"/>
              </a:defRPr>
            </a:pPr>
            <a:r>
              <a:rPr lang="en-US" sz="2200" dirty="0">
                <a:solidFill>
                  <a:srgbClr val="FF0000"/>
                </a:solidFill>
                <a:latin typeface="Urbanist"/>
              </a:rPr>
              <a:t>CPU wasting</a:t>
            </a:r>
          </a:p>
          <a:p>
            <a:pPr>
              <a:spcAft>
                <a:spcPts val="1400"/>
              </a:spcAft>
              <a:buFontTx/>
              <a:buChar char="-"/>
              <a:defRPr sz="2200">
                <a:solidFill>
                  <a:srgbClr val="CBD5E1"/>
                </a:solidFill>
                <a:latin typeface="Urbanist"/>
              </a:defRPr>
            </a:pPr>
            <a:r>
              <a:rPr lang="en-US" sz="2200" dirty="0">
                <a:solidFill>
                  <a:srgbClr val="FF0000"/>
                </a:solidFill>
                <a:latin typeface="Urbanist"/>
              </a:rPr>
              <a:t>Priority Inversion</a:t>
            </a:r>
          </a:p>
        </p:txBody>
      </p:sp>
      <p:sp>
        <p:nvSpPr>
          <p:cNvPr id="9" name="Content Placeholder 2">
            <a:extLst>
              <a:ext uri="{FF2B5EF4-FFF2-40B4-BE49-F238E27FC236}">
                <a16:creationId xmlns:a16="http://schemas.microsoft.com/office/drawing/2014/main" xmlns="" id="{C7B5F4BA-2A77-C048-FD67-AFBC05E0D90F}"/>
              </a:ext>
            </a:extLst>
          </p:cNvPr>
          <p:cNvSpPr txBox="1">
            <a:spLocks/>
          </p:cNvSpPr>
          <p:nvPr/>
        </p:nvSpPr>
        <p:spPr>
          <a:xfrm>
            <a:off x="6776043" y="4285488"/>
            <a:ext cx="4087368" cy="1528317"/>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spcAft>
                <a:spcPts val="1400"/>
              </a:spcAft>
              <a:buNone/>
              <a:defRPr sz="2200">
                <a:solidFill>
                  <a:srgbClr val="CBD5E1"/>
                </a:solidFill>
                <a:latin typeface="Urbanist"/>
              </a:defRPr>
            </a:pPr>
            <a:r>
              <a:rPr lang="en-US" sz="2200" dirty="0">
                <a:solidFill>
                  <a:schemeClr val="tx1">
                    <a:lumMod val="95000"/>
                    <a:lumOff val="5000"/>
                  </a:schemeClr>
                </a:solidFill>
                <a:latin typeface="Urbanist"/>
              </a:rPr>
              <a:t>Efficient</a:t>
            </a:r>
          </a:p>
          <a:p>
            <a:pPr>
              <a:spcAft>
                <a:spcPts val="1400"/>
              </a:spcAft>
              <a:buFontTx/>
              <a:buChar char="-"/>
              <a:defRPr sz="2200">
                <a:solidFill>
                  <a:srgbClr val="CBD5E1"/>
                </a:solidFill>
                <a:latin typeface="Urbanist"/>
              </a:defRPr>
            </a:pPr>
            <a:r>
              <a:rPr lang="en-US" sz="2200" dirty="0">
                <a:solidFill>
                  <a:schemeClr val="tx1">
                    <a:lumMod val="95000"/>
                    <a:lumOff val="5000"/>
                  </a:schemeClr>
                </a:solidFill>
                <a:latin typeface="Urbanist"/>
              </a:rPr>
              <a:t>Semaphore</a:t>
            </a:r>
          </a:p>
          <a:p>
            <a:pPr>
              <a:spcAft>
                <a:spcPts val="1400"/>
              </a:spcAft>
              <a:buFontTx/>
              <a:buChar char="-"/>
              <a:defRPr sz="2200">
                <a:solidFill>
                  <a:srgbClr val="CBD5E1"/>
                </a:solidFill>
                <a:latin typeface="Urbanist"/>
              </a:defRPr>
            </a:pPr>
            <a:r>
              <a:rPr lang="en-US" sz="2200" dirty="0">
                <a:solidFill>
                  <a:schemeClr val="tx1">
                    <a:lumMod val="95000"/>
                    <a:lumOff val="5000"/>
                  </a:schemeClr>
                </a:solidFill>
                <a:latin typeface="Urbanist"/>
              </a:rPr>
              <a:t>Monitor (thread-safe)</a:t>
            </a:r>
          </a:p>
        </p:txBody>
      </p:sp>
    </p:spTree>
    <p:extLst>
      <p:ext uri="{BB962C8B-B14F-4D97-AF65-F5344CB8AC3E}">
        <p14:creationId xmlns:p14="http://schemas.microsoft.com/office/powerpoint/2010/main" val="33201104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8E84F296-BC67-59F6-A5D0-EEBE9880CD3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xmlns="" id="{5A0118C5-4F8D-4CF4-BADD-53FEACC6C42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xmlns="" id="{89C6B508-0B2C-4D80-99F6-BC8C9C69341A}"/>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xmlns="" id="{EA54034F-F9B1-4048-9AEF-C7AB9905396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xmlns="" id="{F583F029-E06B-49B5-9779-2E8CEFD77CA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xmlns="" id="{CAEBFCD5-5356-4326-8D39-8235A46CD7B2}"/>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6D5DD7AE-4FF2-4B5F-B273-97C1D4B71B08}"/>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a:solidFill>
                  <a:schemeClr val="bg1"/>
                </a:solidFill>
              </a:rPr>
              <a:t>Example Code</a:t>
            </a:r>
          </a:p>
        </p:txBody>
      </p:sp>
      <p:grpSp>
        <p:nvGrpSpPr>
          <p:cNvPr id="18" name="Graphic 38">
            <a:extLst>
              <a:ext uri="{FF2B5EF4-FFF2-40B4-BE49-F238E27FC236}">
                <a16:creationId xmlns:a16="http://schemas.microsoft.com/office/drawing/2014/main" xmlns="" id="{6B67BE95-96EF-433C-9F29-B0732AA6B6AC}"/>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xmlns="" id="{AD324976-1596-4B76-A61C-5626816B241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xmlns="" id="{C44DEF24-FB22-48A2-8257-B97AD7E1AAE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xmlns="" id="{D6E8B984-55B9-4A62-A043-997D00F0AE09}"/>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xmlns="" id="{D4FAF4A8-82EB-4F6F-B601-43EBF0BD127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xmlns="" id="{26F2473F-E069-4558-9B41-E285BBE0300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xmlns="" id="{FC9A4A76-2C9F-486C-9663-6A30A022DE9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xmlns="" id="{88431DC7-D4CB-479A-AFA4-5B0C597A2E2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xmlns="" id="{30755DA1-6F28-4612-A4A7-B915468C6DA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xmlns="" id="{4616ED79-5475-49E6-A5FE-8D9DB12FB043}"/>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xmlns="" id="{21DCEB47-7140-4682-8DBF-7667BE28FC9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xmlns="" id="{EA931BD3-5A56-42F2-B6B5-647B28D1CF9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xmlns="" id="{820E4C8E-4190-498D-9556-6DA668A81F9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xmlns="" id="{54B2F30F-0B57-4D60-A087-CD6A471F6878}"/>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xmlns="" id="{FC5E8C73-ED41-4214-AEE6-3C5F493846A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xmlns="" id="{B1F94534-FE3E-476C-870B-E714E4A6686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xmlns="" id="{8DE6C1B0-4D58-4937-B2B7-B1207CA18FA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xmlns="" id="{DDFA5A3F-B050-4826-ACB4-F634DD12C7BC}"/>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xmlns="" id="{C45D7489-248E-4EB2-A887-30A9C396E6B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xmlns="" id="{AB6BF832-C29A-4992-8772-6B33118C5A1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xmlns="" id="{5E06C84D-D026-40FC-A1FB-0482450B6E9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xmlns="" id="{32D9620B-AA48-430C-BACC-01BF1B1281F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xmlns="" id="{0C7842E4-3E00-4846-B285-345F6B324BE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xmlns="" id="{F120E203-7898-4AE9-A9E5-F5C3644152E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xmlns="" id="{06A5C8C3-E77D-410A-8D95-0B15B8E61D0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xmlns="" id="{8E9CE1FB-B266-47D2-A0AC-79D1DDBAA69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xmlns="" id="{B8862FCB-5370-44C9-803F-017FF893933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xmlns="" id="{D1EC218E-7E2A-4304-96EA-1A7AA046E79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xmlns="" id="{C6904051-0B1B-4340-8A1F-FC345A500A3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xmlns="" id="{8D8B68CD-1F5B-4E19-A474-4290A7386CA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xmlns="" id="{A219F1BA-F2AD-4C0B-B881-AF7702BFA0D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xmlns="" id="{14E4A8EF-024F-21FB-336A-E37CBEB06544}"/>
              </a:ext>
            </a:extLst>
          </p:cNvPr>
          <p:cNvGraphicFramePr>
            <a:graphicFrameLocks noGrp="1"/>
          </p:cNvGraphicFramePr>
          <p:nvPr>
            <p:ph idx="1"/>
            <p:extLst>
              <p:ext uri="{D42A27DB-BD31-4B8C-83A1-F6EECF244321}">
                <p14:modId xmlns:p14="http://schemas.microsoft.com/office/powerpoint/2010/main" val="2358143427"/>
              </p:ext>
            </p:extLst>
          </p:nvPr>
        </p:nvGraphicFramePr>
        <p:xfrm>
          <a:off x="3634452" y="1130846"/>
          <a:ext cx="7817590" cy="4921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23476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05981E31-8106-484B-C78C-1D1C55F1047C}"/>
            </a:ext>
          </a:extLst>
        </p:cNvPr>
        <p:cNvGrpSpPr/>
        <p:nvPr/>
      </p:nvGrpSpPr>
      <p:grpSpPr>
        <a:xfrm>
          <a:off x="0" y="0"/>
          <a:ext cx="0" cy="0"/>
          <a:chOff x="0" y="0"/>
          <a:chExt cx="0" cy="0"/>
        </a:xfrm>
      </p:grpSpPr>
      <p:sp>
        <p:nvSpPr>
          <p:cNvPr id="65" name="Rectangle 64">
            <a:extLst>
              <a:ext uri="{FF2B5EF4-FFF2-40B4-BE49-F238E27FC236}">
                <a16:creationId xmlns:a16="http://schemas.microsoft.com/office/drawing/2014/main" xmlns="" id="{32BC26D8-82FB-445E-AA49-62A77D7C1EE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xmlns="" id="{CB44330D-EA18-4254-AA95-EB49948539B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그림 5" descr="텍스트, 도표, 폰트, 스크린샷이(가) 표시된 사진&#10;&#10;AI 생성 콘텐츠는 정확하지 않을 수 있습니다.">
            <a:extLst>
              <a:ext uri="{FF2B5EF4-FFF2-40B4-BE49-F238E27FC236}">
                <a16:creationId xmlns:a16="http://schemas.microsoft.com/office/drawing/2014/main" xmlns="" id="{BCEEBC84-F037-84F9-CF42-02C6C516D822}"/>
              </a:ext>
            </a:extLst>
          </p:cNvPr>
          <p:cNvPicPr>
            <a:picLocks noChangeAspect="1"/>
          </p:cNvPicPr>
          <p:nvPr/>
        </p:nvPicPr>
        <p:blipFill>
          <a:blip r:embed="rId3"/>
          <a:stretch>
            <a:fillRect/>
          </a:stretch>
        </p:blipFill>
        <p:spPr>
          <a:xfrm>
            <a:off x="643467" y="743628"/>
            <a:ext cx="10905066" cy="5370744"/>
          </a:xfrm>
          <a:prstGeom prst="rect">
            <a:avLst/>
          </a:prstGeom>
        </p:spPr>
      </p:pic>
    </p:spTree>
    <p:extLst>
      <p:ext uri="{BB962C8B-B14F-4D97-AF65-F5344CB8AC3E}">
        <p14:creationId xmlns:p14="http://schemas.microsoft.com/office/powerpoint/2010/main" val="529971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F172A"/>
        </a:solidFill>
        <a:effectLst/>
      </p:bgPr>
    </p:bg>
    <p:spTree>
      <p:nvGrpSpPr>
        <p:cNvPr id="1" name="">
          <a:extLst>
            <a:ext uri="{FF2B5EF4-FFF2-40B4-BE49-F238E27FC236}">
              <a16:creationId xmlns:a16="http://schemas.microsoft.com/office/drawing/2014/main" xmlns="" id="{EA5CE348-441C-6784-2C9C-37105ABADA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D6595BD-AC79-362A-63C3-67802B88D249}"/>
              </a:ext>
            </a:extLst>
          </p:cNvPr>
          <p:cNvSpPr>
            <a:spLocks noGrp="1"/>
          </p:cNvSpPr>
          <p:nvPr>
            <p:ph type="title"/>
          </p:nvPr>
        </p:nvSpPr>
        <p:spPr/>
        <p:txBody>
          <a:bodyPr/>
          <a:lstStyle/>
          <a:p>
            <a:pPr algn="l">
              <a:defRPr sz="4400" b="1">
                <a:solidFill>
                  <a:srgbClr val="F1F5F9"/>
                </a:solidFill>
                <a:latin typeface="Urbanist"/>
              </a:defRPr>
            </a:pPr>
            <a:r>
              <a:rPr lang="en-US"/>
              <a:t>Deadlock</a:t>
            </a:r>
            <a:endParaRPr lang="en-US" dirty="0"/>
          </a:p>
        </p:txBody>
      </p:sp>
      <p:sp>
        <p:nvSpPr>
          <p:cNvPr id="3" name="Content Placeholder 2">
            <a:extLst>
              <a:ext uri="{FF2B5EF4-FFF2-40B4-BE49-F238E27FC236}">
                <a16:creationId xmlns:a16="http://schemas.microsoft.com/office/drawing/2014/main" xmlns="" id="{3972B2EF-2BE6-5935-6AAD-614285E6EE80}"/>
              </a:ext>
            </a:extLst>
          </p:cNvPr>
          <p:cNvSpPr>
            <a:spLocks noGrp="1"/>
          </p:cNvSpPr>
          <p:nvPr>
            <p:ph idx="1"/>
          </p:nvPr>
        </p:nvSpPr>
        <p:spPr>
          <a:xfrm>
            <a:off x="594361" y="1417638"/>
            <a:ext cx="3410711" cy="4983162"/>
          </a:xfrm>
        </p:spPr>
        <p:txBody>
          <a:bodyPr>
            <a:normAutofit/>
          </a:bodyPr>
          <a:lstStyle/>
          <a:p>
            <a:pPr marL="0" indent="0">
              <a:spcAft>
                <a:spcPts val="1400"/>
              </a:spcAft>
              <a:buNone/>
              <a:defRPr sz="2200">
                <a:solidFill>
                  <a:srgbClr val="CBD5E1"/>
                </a:solidFill>
                <a:latin typeface="Urbanist"/>
              </a:defRPr>
            </a:pPr>
            <a:r>
              <a:rPr lang="en-US" dirty="0"/>
              <a:t>Definition: the situation when </a:t>
            </a:r>
            <a:r>
              <a:rPr lang="en-US" altLang="ko-KR" sz="2200" dirty="0"/>
              <a:t>a set of processes or threads are all waiting for a resource that is currently held by another process or thread in the same set.</a:t>
            </a:r>
          </a:p>
        </p:txBody>
      </p:sp>
      <p:sp>
        <p:nvSpPr>
          <p:cNvPr id="30" name="TextBox 29">
            <a:extLst>
              <a:ext uri="{FF2B5EF4-FFF2-40B4-BE49-F238E27FC236}">
                <a16:creationId xmlns:a16="http://schemas.microsoft.com/office/drawing/2014/main" xmlns="" id="{07380E6C-290A-D882-F411-64C767F08810}"/>
              </a:ext>
            </a:extLst>
          </p:cNvPr>
          <p:cNvSpPr txBox="1"/>
          <p:nvPr/>
        </p:nvSpPr>
        <p:spPr>
          <a:xfrm>
            <a:off x="5193792" y="1202402"/>
            <a:ext cx="6126480" cy="5380960"/>
          </a:xfrm>
          <a:prstGeom prst="rect">
            <a:avLst/>
          </a:prstGeom>
          <a:noFill/>
        </p:spPr>
        <p:txBody>
          <a:bodyPr wrap="square">
            <a:spAutoFit/>
          </a:bodyPr>
          <a:lstStyle/>
          <a:p>
            <a:pPr>
              <a:spcAft>
                <a:spcPts val="1400"/>
              </a:spcAft>
              <a:defRPr sz="2200">
                <a:solidFill>
                  <a:srgbClr val="CBD5E1"/>
                </a:solidFill>
                <a:latin typeface="Urbanist"/>
              </a:defRPr>
            </a:pPr>
            <a:r>
              <a:rPr lang="en-US" altLang="ko-KR" dirty="0"/>
              <a:t>4 Conditions for Deadlock:</a:t>
            </a:r>
          </a:p>
          <a:p>
            <a:pPr lvl="1">
              <a:spcAft>
                <a:spcPts val="1400"/>
              </a:spcAft>
              <a:buFont typeface="Wingdings" panose="05000000000000000000" pitchFamily="2" charset="2"/>
              <a:buChar char="§"/>
              <a:defRPr sz="2200">
                <a:solidFill>
                  <a:srgbClr val="CBD5E1"/>
                </a:solidFill>
                <a:latin typeface="Urbanist"/>
              </a:defRPr>
            </a:pPr>
            <a:r>
              <a:rPr lang="en-US" altLang="ko-KR" dirty="0"/>
              <a:t>Mutual Exclusion: </a:t>
            </a:r>
            <a:br>
              <a:rPr lang="en-US" altLang="ko-KR" dirty="0"/>
            </a:br>
            <a:r>
              <a:rPr lang="en-US" altLang="ko-KR" sz="1700" dirty="0"/>
              <a:t>Resources must be non-shareable. Only one process/thread can use a resource at a time.</a:t>
            </a:r>
          </a:p>
          <a:p>
            <a:pPr lvl="1">
              <a:spcAft>
                <a:spcPts val="1400"/>
              </a:spcAft>
              <a:buFont typeface="Wingdings" panose="05000000000000000000" pitchFamily="2" charset="2"/>
              <a:buChar char="§"/>
              <a:defRPr sz="2200">
                <a:solidFill>
                  <a:srgbClr val="CBD5E1"/>
                </a:solidFill>
                <a:latin typeface="Urbanist"/>
              </a:defRPr>
            </a:pPr>
            <a:r>
              <a:rPr lang="en-US" altLang="ko-KR" dirty="0"/>
              <a:t>Hold and Wait: </a:t>
            </a:r>
            <a:br>
              <a:rPr lang="en-US" altLang="ko-KR" dirty="0"/>
            </a:br>
            <a:r>
              <a:rPr lang="en-US" altLang="ko-KR" sz="1700" dirty="0"/>
              <a:t>A process must be holding at least one resource and simultaneously waiting to acquire additional resources currently held by other processes</a:t>
            </a:r>
          </a:p>
          <a:p>
            <a:pPr lvl="1">
              <a:spcAft>
                <a:spcPts val="1400"/>
              </a:spcAft>
              <a:buFont typeface="Wingdings" panose="05000000000000000000" pitchFamily="2" charset="2"/>
              <a:buChar char="§"/>
              <a:defRPr sz="2200">
                <a:solidFill>
                  <a:srgbClr val="CBD5E1"/>
                </a:solidFill>
                <a:latin typeface="Urbanist"/>
              </a:defRPr>
            </a:pPr>
            <a:r>
              <a:rPr lang="en-US" altLang="ko-KR" dirty="0"/>
              <a:t>No Preemption: </a:t>
            </a:r>
            <a:br>
              <a:rPr lang="en-US" altLang="ko-KR" dirty="0"/>
            </a:br>
            <a:r>
              <a:rPr lang="en-US" altLang="ko-KR" sz="1700" dirty="0"/>
              <a:t>A resource cannot be forcibly taken away from a process; it can only be released voluntarily by the process holding it, after it has completed its task.</a:t>
            </a:r>
          </a:p>
          <a:p>
            <a:pPr lvl="1">
              <a:spcAft>
                <a:spcPts val="1400"/>
              </a:spcAft>
              <a:buFont typeface="Wingdings" panose="05000000000000000000" pitchFamily="2" charset="2"/>
              <a:buChar char="§"/>
              <a:defRPr sz="2200">
                <a:solidFill>
                  <a:srgbClr val="CBD5E1"/>
                </a:solidFill>
                <a:latin typeface="Urbanist"/>
              </a:defRPr>
            </a:pPr>
            <a:r>
              <a:rPr lang="en-US" altLang="ko-KR" dirty="0"/>
              <a:t>Circular Wait: </a:t>
            </a:r>
            <a:br>
              <a:rPr lang="en-US" altLang="ko-KR" dirty="0"/>
            </a:br>
            <a:r>
              <a:rPr lang="en-US" altLang="ko-KR" sz="1700" dirty="0"/>
              <a:t>A set of waiting processes/threads must exist such that P0 is waiting for a resource held by P1, P1 is waiting for a resource held by P0, ...</a:t>
            </a:r>
          </a:p>
        </p:txBody>
      </p:sp>
    </p:spTree>
    <p:extLst>
      <p:ext uri="{BB962C8B-B14F-4D97-AF65-F5344CB8AC3E}">
        <p14:creationId xmlns:p14="http://schemas.microsoft.com/office/powerpoint/2010/main" val="231700941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971F3700-A05D-809C-48FF-CFFAB1DB6BC4}"/>
            </a:ext>
          </a:extLst>
        </p:cNvPr>
        <p:cNvGrpSpPr/>
        <p:nvPr/>
      </p:nvGrpSpPr>
      <p:grpSpPr>
        <a:xfrm>
          <a:off x="0" y="0"/>
          <a:ext cx="0" cy="0"/>
          <a:chOff x="0" y="0"/>
          <a:chExt cx="0" cy="0"/>
        </a:xfrm>
      </p:grpSpPr>
      <p:sp>
        <p:nvSpPr>
          <p:cNvPr id="35" name="Rectangle 34">
            <a:extLst>
              <a:ext uri="{FF2B5EF4-FFF2-40B4-BE49-F238E27FC236}">
                <a16:creationId xmlns:a16="http://schemas.microsoft.com/office/drawing/2014/main" xmlns="" id="{5A0118C5-4F8D-4CF4-BADD-53FEACC6C42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xmlns="" id="{4E0A5C5C-2A95-428E-9F6A-0D29EBD57C9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xmlns="" id="{1056F38F-7C4E-461D-8709-7D0024AE1F7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xmlns="" id="{C7278469-3C3C-49CE-AEEE-E176A4900B7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E4F7A2C2-4F25-5C19-116F-9EE64EFE7704}"/>
              </a:ext>
            </a:extLst>
          </p:cNvPr>
          <p:cNvSpPr>
            <a:spLocks noGrp="1"/>
          </p:cNvSpPr>
          <p:nvPr>
            <p:ph type="title"/>
          </p:nvPr>
        </p:nvSpPr>
        <p:spPr>
          <a:xfrm>
            <a:off x="1102368" y="1877492"/>
            <a:ext cx="4030132" cy="3215373"/>
          </a:xfrm>
        </p:spPr>
        <p:txBody>
          <a:bodyPr vert="horz" lIns="91440" tIns="45720" rIns="91440" bIns="45720" rtlCol="0" anchor="ctr">
            <a:normAutofit/>
          </a:bodyPr>
          <a:lstStyle/>
          <a:p>
            <a:pPr defTabSz="914400">
              <a:lnSpc>
                <a:spcPct val="90000"/>
              </a:lnSpc>
              <a:defRPr sz="4400" b="1">
                <a:solidFill>
                  <a:srgbClr val="F1F5F9"/>
                </a:solidFill>
                <a:latin typeface="Urbanist"/>
              </a:defRPr>
            </a:pPr>
            <a:r>
              <a:rPr lang="en-US" sz="60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Deadlock Handling</a:t>
            </a:r>
          </a:p>
        </p:txBody>
      </p:sp>
      <p:grpSp>
        <p:nvGrpSpPr>
          <p:cNvPr id="43" name="Group 42">
            <a:extLst>
              <a:ext uri="{FF2B5EF4-FFF2-40B4-BE49-F238E27FC236}">
                <a16:creationId xmlns:a16="http://schemas.microsoft.com/office/drawing/2014/main" xmlns="" id="{93DC754C-7E09-422D-A8BB-AF632E90DFA2}"/>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0" y="377893"/>
            <a:ext cx="1861854" cy="717514"/>
            <a:chOff x="0" y="377893"/>
            <a:chExt cx="1861854" cy="717514"/>
          </a:xfrm>
          <a:solidFill>
            <a:schemeClr val="bg1"/>
          </a:solidFill>
        </p:grpSpPr>
        <p:sp>
          <p:nvSpPr>
            <p:cNvPr id="44" name="Freeform: Shape 43">
              <a:extLst>
                <a:ext uri="{FF2B5EF4-FFF2-40B4-BE49-F238E27FC236}">
                  <a16:creationId xmlns:a16="http://schemas.microsoft.com/office/drawing/2014/main" xmlns="" id="{C5A741B9-65EC-4C5B-9FE0-4A18575771A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45" name="Freeform: Shape 44">
              <a:extLst>
                <a:ext uri="{FF2B5EF4-FFF2-40B4-BE49-F238E27FC236}">
                  <a16:creationId xmlns:a16="http://schemas.microsoft.com/office/drawing/2014/main" xmlns="" id="{C0BB4301-41FA-4453-956F-A11CC664B68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47" name="Graphic 212">
            <a:extLst>
              <a:ext uri="{FF2B5EF4-FFF2-40B4-BE49-F238E27FC236}">
                <a16:creationId xmlns:a16="http://schemas.microsoft.com/office/drawing/2014/main" xmlns="" id="{4C6598AB-1C17-4D54-951C-A082D94ACB7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9" name="Graphic 212">
            <a:extLst>
              <a:ext uri="{FF2B5EF4-FFF2-40B4-BE49-F238E27FC236}">
                <a16:creationId xmlns:a16="http://schemas.microsoft.com/office/drawing/2014/main" xmlns="" id="{C83B66D7-137D-4AC1-B172-53D60F08BEB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Oval 50">
            <a:extLst>
              <a:ext uri="{FF2B5EF4-FFF2-40B4-BE49-F238E27FC236}">
                <a16:creationId xmlns:a16="http://schemas.microsoft.com/office/drawing/2014/main" xmlns="" id="{F6B92503-6984-4D15-8B98-8718709B785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3" name="Oval 52">
            <a:extLst>
              <a:ext uri="{FF2B5EF4-FFF2-40B4-BE49-F238E27FC236}">
                <a16:creationId xmlns:a16="http://schemas.microsoft.com/office/drawing/2014/main" xmlns="" id="{08DDF938-524E-4C18-A47D-C0062783236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TextBox 29">
            <a:extLst>
              <a:ext uri="{FF2B5EF4-FFF2-40B4-BE49-F238E27FC236}">
                <a16:creationId xmlns:a16="http://schemas.microsoft.com/office/drawing/2014/main" xmlns="" id="{35214FB1-116E-3133-642A-5C93BAF0D919}"/>
              </a:ext>
            </a:extLst>
          </p:cNvPr>
          <p:cNvSpPr txBox="1"/>
          <p:nvPr/>
        </p:nvSpPr>
        <p:spPr>
          <a:xfrm>
            <a:off x="5843256" y="2265165"/>
            <a:ext cx="5743160" cy="3267534"/>
          </a:xfrm>
          <a:prstGeom prst="rect">
            <a:avLst/>
          </a:prstGeom>
        </p:spPr>
        <p:txBody>
          <a:bodyPr vert="horz" lIns="91440" tIns="45720" rIns="91440" bIns="45720" rtlCol="0">
            <a:normAutofit/>
          </a:bodyPr>
          <a:lstStyle/>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Ignorance</a:t>
            </a: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Prevention</a:t>
            </a: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Avoidance</a:t>
            </a: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Detection &amp;Recovery</a:t>
            </a:r>
          </a:p>
        </p:txBody>
      </p:sp>
      <p:grpSp>
        <p:nvGrpSpPr>
          <p:cNvPr id="55" name="Graphic 185">
            <a:extLst>
              <a:ext uri="{FF2B5EF4-FFF2-40B4-BE49-F238E27FC236}">
                <a16:creationId xmlns:a16="http://schemas.microsoft.com/office/drawing/2014/main" xmlns="" id="{3773FAF5-C452-4455-9411-D6AF5EBD4CA9}"/>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9812239" y="6139464"/>
            <a:ext cx="1054466" cy="469689"/>
            <a:chOff x="9841624" y="4115729"/>
            <a:chExt cx="602169" cy="268223"/>
          </a:xfrm>
          <a:solidFill>
            <a:schemeClr val="bg1"/>
          </a:solidFill>
        </p:grpSpPr>
        <p:sp>
          <p:nvSpPr>
            <p:cNvPr id="56" name="Freeform: Shape 55">
              <a:extLst>
                <a:ext uri="{FF2B5EF4-FFF2-40B4-BE49-F238E27FC236}">
                  <a16:creationId xmlns:a16="http://schemas.microsoft.com/office/drawing/2014/main" xmlns="" id="{1ECA0D96-F63C-4F7B-BE16-0F3FE76D7D6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xmlns="" id="{74F83A81-0546-400A-918A-90C9C48B814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xmlns="" id="{9741F692-A5B6-4215-86D9-B1FD4FF26AC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xmlns="" id="{CC0876CB-9C60-4580-8FED-CD64EC76645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xmlns="" id="{A879B3B7-48DB-4D3A-BB33-02766EAD3D9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8121358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2323D5ED-4815-6D72-E0C2-CB486F834230}"/>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xmlns="" id="{6F4C6C5B-91F6-F530-E264-A5E47DCA42F3}"/>
              </a:ext>
            </a:extLst>
          </p:cNvPr>
          <p:cNvPicPr>
            <a:picLocks noChangeAspect="1"/>
          </p:cNvPicPr>
          <p:nvPr/>
        </p:nvPicPr>
        <p:blipFill>
          <a:blip r:embed="rId2"/>
          <a:stretch>
            <a:fillRect/>
          </a:stretch>
        </p:blipFill>
        <p:spPr>
          <a:xfrm>
            <a:off x="0" y="188784"/>
            <a:ext cx="12192000" cy="6480432"/>
          </a:xfrm>
          <a:prstGeom prst="rect">
            <a:avLst/>
          </a:prstGeom>
        </p:spPr>
      </p:pic>
    </p:spTree>
    <p:extLst>
      <p:ext uri="{BB962C8B-B14F-4D97-AF65-F5344CB8AC3E}">
        <p14:creationId xmlns:p14="http://schemas.microsoft.com/office/powerpoint/2010/main" val="32959749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2A206A0C-F0B5-EEEC-D27B-55C04C98F7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xmlns="" id="{71B7DE79-004C-515E-76D0-208C9584FDD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xmlns="" id="{00163AB4-9E8C-40D1-34B6-C7D0A0E72416}"/>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xmlns="" id="{EE25F656-4618-3996-47FE-382C442D805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xmlns="" id="{1A766171-854B-FDE3-4852-879C29839D8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xmlns="" id="{27ED3C06-1577-2922-E69C-EFA036E9897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1AC5590B-946C-D564-0588-302C63EC35F7}"/>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dirty="0">
                <a:solidFill>
                  <a:schemeClr val="bg1"/>
                </a:solidFill>
              </a:rPr>
              <a:t>Example Code</a:t>
            </a:r>
          </a:p>
        </p:txBody>
      </p:sp>
      <p:grpSp>
        <p:nvGrpSpPr>
          <p:cNvPr id="18" name="Graphic 38">
            <a:extLst>
              <a:ext uri="{FF2B5EF4-FFF2-40B4-BE49-F238E27FC236}">
                <a16:creationId xmlns:a16="http://schemas.microsoft.com/office/drawing/2014/main" xmlns="" id="{05914E91-BF7D-11AB-E4D1-FD2CB84B84DD}"/>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xmlns="" id="{A7FF289B-521A-A8EA-A45B-214A0CBC4903}"/>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xmlns="" id="{BDED1F27-D5D8-01E9-583A-0122FD5318F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xmlns="" id="{CAA1A92A-9158-FA87-C710-EA81F16ACCC1}"/>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xmlns="" id="{696F70A1-D228-0C44-F64D-E00CA50DA81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xmlns="" id="{BDCB5FAE-DADE-5283-2A36-0DE5084D6CF3}"/>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xmlns="" id="{48B1EEB6-86C1-AC8C-2465-784598DA808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xmlns="" id="{BADE526D-0943-762A-A218-80F39B3DC86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xmlns="" id="{83BD23D1-CA99-B894-A431-B974314803D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xmlns="" id="{6650F295-EC1D-F54A-8B86-75FA6C73355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xmlns="" id="{D94D0FEE-19CE-744D-C819-C651710FCAD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xmlns="" id="{3E6D1C1F-EF22-88E3-28AC-2BBF96A1191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xmlns="" id="{BB18E3A6-563A-6D9E-BBDB-190F83F105F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xmlns="" id="{59323CA5-342A-0E4A-5165-9877BD08D1B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xmlns="" id="{CF8E4DE5-8136-693C-6F6A-30E4923129B8}"/>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xmlns="" id="{429AA1F2-6458-AD1B-C0DE-6F6FD3E8DAC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xmlns="" id="{0A3CF3BA-AF3D-65E6-3885-DBD26EC07CC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xmlns="" id="{059937C9-1256-1C9C-AA22-21E178688C67}"/>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xmlns="" id="{6087C1FB-F93F-35DC-FA55-41DA1D1D81F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xmlns="" id="{2DD06037-26B4-086D-FC05-E2E89ADD443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xmlns="" id="{7ECF7318-C2D8-8484-1585-C9197F612BD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xmlns="" id="{EF72DD80-4413-4B99-02E0-FAF7C9E55288}"/>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xmlns="" id="{CF4DF369-3C5B-D38E-6833-E5E2A65E3B2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xmlns="" id="{F845023A-B0C4-A6BD-F33C-5DB2CE2309D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xmlns="" id="{7D31D1A1-64E2-1EB9-A4C7-DA6440DF333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xmlns="" id="{2920FB7D-364A-E3A5-2893-4928F478BEE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xmlns="" id="{54CB1A73-8FEB-4C56-5D69-E03B9AD3E8E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xmlns="" id="{761ADC4B-EDD8-14D2-49BA-81385601380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xmlns="" id="{EE3E49FD-F2C7-664B-C236-234765F69D2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xmlns="" id="{C6D732F7-6F6F-F547-972C-8F29619FCA9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xmlns="" id="{B835EEA6-024E-5D15-FFF2-556E2D207E2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xmlns="" id="{DC1255FC-6A95-2DBC-3AE1-4A4CBF17F797}"/>
              </a:ext>
            </a:extLst>
          </p:cNvPr>
          <p:cNvGraphicFramePr>
            <a:graphicFrameLocks noGrp="1"/>
          </p:cNvGraphicFramePr>
          <p:nvPr>
            <p:ph idx="1"/>
            <p:extLst>
              <p:ext uri="{D42A27DB-BD31-4B8C-83A1-F6EECF244321}">
                <p14:modId xmlns:p14="http://schemas.microsoft.com/office/powerpoint/2010/main" val="3052135336"/>
              </p:ext>
            </p:extLst>
          </p:nvPr>
        </p:nvGraphicFramePr>
        <p:xfrm>
          <a:off x="3634452" y="1130846"/>
          <a:ext cx="7817590" cy="4921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424373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5F694462-8972-F9E4-CF65-49AB0FBDDF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135818A-C3C5-B9A1-1BA4-C77C87932CCF}"/>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#3: </a:t>
            </a:r>
            <a:r>
              <a:rPr lang="en-US" dirty="0" smtClean="0"/>
              <a:t>Memory Management</a:t>
            </a:r>
            <a:endParaRPr dirty="0"/>
          </a:p>
        </p:txBody>
      </p:sp>
      <p:sp>
        <p:nvSpPr>
          <p:cNvPr id="3" name="Subtitle 2">
            <a:extLst>
              <a:ext uri="{FF2B5EF4-FFF2-40B4-BE49-F238E27FC236}">
                <a16:creationId xmlns:a16="http://schemas.microsoft.com/office/drawing/2014/main" xmlns="" id="{462B2AFB-10CE-78A6-5550-8FAC255D42A1}"/>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smtClean="0"/>
              <a:t>Where the process </a:t>
            </a:r>
            <a:r>
              <a:rPr lang="en-US" sz="2800" dirty="0"/>
              <a:t>living</a:t>
            </a:r>
            <a:endParaRPr dirty="0"/>
          </a:p>
        </p:txBody>
      </p:sp>
    </p:spTree>
    <p:extLst>
      <p:ext uri="{BB962C8B-B14F-4D97-AF65-F5344CB8AC3E}">
        <p14:creationId xmlns:p14="http://schemas.microsoft.com/office/powerpoint/2010/main" val="42366903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CE5686D2-AD1A-91FB-F35F-FC0029214A3E}"/>
            </a:ext>
          </a:extLst>
        </p:cNvPr>
        <p:cNvGrpSpPr/>
        <p:nvPr/>
      </p:nvGrpSpPr>
      <p:grpSpPr>
        <a:xfrm>
          <a:off x="0" y="0"/>
          <a:ext cx="0" cy="0"/>
          <a:chOff x="0" y="0"/>
          <a:chExt cx="0" cy="0"/>
        </a:xfrm>
      </p:grpSpPr>
      <p:sp>
        <p:nvSpPr>
          <p:cNvPr id="31" name="Rectangle 30">
            <a:extLst>
              <a:ext uri="{FF2B5EF4-FFF2-40B4-BE49-F238E27FC236}">
                <a16:creationId xmlns:a16="http://schemas.microsoft.com/office/drawing/2014/main" xmlns="" id="{F3060C83-F051-4F0E-ABAD-AA0DFC48B21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xmlns="" id="{83C98ABE-055B-441F-B07E-44F97F083C3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xmlns="" id="{29FDB030-9B49-4CED-8CCD-4D99382388A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xmlns="" id="{3783CA14-24A1-485C-8B30-D6A5D87987A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Shape 38">
            <a:extLst>
              <a:ext uri="{FF2B5EF4-FFF2-40B4-BE49-F238E27FC236}">
                <a16:creationId xmlns:a16="http://schemas.microsoft.com/office/drawing/2014/main" xmlns="" id="{9A97C86A-04D6-40F7-AE84-31AB43E6A84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Isosceles Triangle 40">
            <a:extLst>
              <a:ext uri="{FF2B5EF4-FFF2-40B4-BE49-F238E27FC236}">
                <a16:creationId xmlns:a16="http://schemas.microsoft.com/office/drawing/2014/main" xmlns="" id="{FF9F2414-84E8-453E-B1F3-389FDE8192D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그림 2" descr="텍스트, 스크린샷, 도표, 디자인이(가) 표시된 사진&#10;&#10;AI 생성 콘텐츠는 정확하지 않을 수 있습니다.">
            <a:extLst>
              <a:ext uri="{FF2B5EF4-FFF2-40B4-BE49-F238E27FC236}">
                <a16:creationId xmlns:a16="http://schemas.microsoft.com/office/drawing/2014/main" xmlns="" id="{43C252C5-0EEA-0220-2697-5AF11C61356C}"/>
              </a:ext>
            </a:extLst>
          </p:cNvPr>
          <p:cNvPicPr>
            <a:picLocks noChangeAspect="1"/>
          </p:cNvPicPr>
          <p:nvPr/>
        </p:nvPicPr>
        <p:blipFill>
          <a:blip r:embed="rId2"/>
          <a:stretch>
            <a:fillRect/>
          </a:stretch>
        </p:blipFill>
        <p:spPr>
          <a:xfrm>
            <a:off x="913614" y="643467"/>
            <a:ext cx="10364771" cy="5571065"/>
          </a:xfrm>
          <a:prstGeom prst="rect">
            <a:avLst/>
          </a:prstGeom>
          <a:ln>
            <a:noFill/>
          </a:ln>
        </p:spPr>
      </p:pic>
      <p:sp>
        <p:nvSpPr>
          <p:cNvPr id="43" name="Isosceles Triangle 42">
            <a:extLst>
              <a:ext uri="{FF2B5EF4-FFF2-40B4-BE49-F238E27FC236}">
                <a16:creationId xmlns:a16="http://schemas.microsoft.com/office/drawing/2014/main" xmlns="" id="{3ECA69A1-7536-43AC-85EF-C7106179F5E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83924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0B573026-3481-9244-28BE-4F6598D151C0}"/>
            </a:ext>
          </a:extLst>
        </p:cNvPr>
        <p:cNvGrpSpPr/>
        <p:nvPr/>
      </p:nvGrpSpPr>
      <p:grpSpPr>
        <a:xfrm>
          <a:off x="0" y="0"/>
          <a:ext cx="0" cy="0"/>
          <a:chOff x="0" y="0"/>
          <a:chExt cx="0" cy="0"/>
        </a:xfrm>
      </p:grpSpPr>
      <p:sp>
        <p:nvSpPr>
          <p:cNvPr id="31" name="Rectangle 30">
            <a:extLst>
              <a:ext uri="{FF2B5EF4-FFF2-40B4-BE49-F238E27FC236}">
                <a16:creationId xmlns:a16="http://schemas.microsoft.com/office/drawing/2014/main" xmlns="" id="{F9038124-A514-40AF-5578-5DCC2E1FB7D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xmlns="" id="{6516CC58-AD64-3D76-496F-0B5966613DA2}"/>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xmlns="" id="{B28C8270-5193-97BB-1F81-6A3B38E708A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xmlns="" id="{688B6039-CF31-3DD6-F9A6-7B9E2939D8A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Shape 38">
            <a:extLst>
              <a:ext uri="{FF2B5EF4-FFF2-40B4-BE49-F238E27FC236}">
                <a16:creationId xmlns:a16="http://schemas.microsoft.com/office/drawing/2014/main" xmlns="" id="{CDF129E9-E04D-8CC9-4971-17F11B89DC9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Isosceles Triangle 40">
            <a:extLst>
              <a:ext uri="{FF2B5EF4-FFF2-40B4-BE49-F238E27FC236}">
                <a16:creationId xmlns:a16="http://schemas.microsoft.com/office/drawing/2014/main" xmlns="" id="{EA61C1F9-16AD-70A4-585C-37923861AF12}"/>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Isosceles Triangle 42">
            <a:extLst>
              <a:ext uri="{FF2B5EF4-FFF2-40B4-BE49-F238E27FC236}">
                <a16:creationId xmlns:a16="http://schemas.microsoft.com/office/drawing/2014/main" xmlns="" id="{7D4C088C-39B1-FA5C-9DC9-AB5B198605A2}"/>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그림 3">
            <a:extLst>
              <a:ext uri="{FF2B5EF4-FFF2-40B4-BE49-F238E27FC236}">
                <a16:creationId xmlns:a16="http://schemas.microsoft.com/office/drawing/2014/main" xmlns="" id="{400290C7-E5AC-DD84-30A2-D392A39E6AA7}"/>
              </a:ext>
            </a:extLst>
          </p:cNvPr>
          <p:cNvPicPr>
            <a:picLocks noChangeAspect="1"/>
          </p:cNvPicPr>
          <p:nvPr/>
        </p:nvPicPr>
        <p:blipFill>
          <a:blip r:embed="rId2"/>
          <a:stretch>
            <a:fillRect/>
          </a:stretch>
        </p:blipFill>
        <p:spPr>
          <a:xfrm>
            <a:off x="5404294" y="197621"/>
            <a:ext cx="6467475" cy="6457950"/>
          </a:xfrm>
          <a:prstGeom prst="rect">
            <a:avLst/>
          </a:prstGeom>
        </p:spPr>
      </p:pic>
      <p:pic>
        <p:nvPicPr>
          <p:cNvPr id="6" name="그림 5">
            <a:extLst>
              <a:ext uri="{FF2B5EF4-FFF2-40B4-BE49-F238E27FC236}">
                <a16:creationId xmlns:a16="http://schemas.microsoft.com/office/drawing/2014/main" xmlns="" id="{CD00DBA3-EB8F-83A9-8F0B-642D2E596B72}"/>
              </a:ext>
            </a:extLst>
          </p:cNvPr>
          <p:cNvPicPr>
            <a:picLocks noChangeAspect="1"/>
          </p:cNvPicPr>
          <p:nvPr/>
        </p:nvPicPr>
        <p:blipFill>
          <a:blip r:embed="rId3"/>
          <a:stretch>
            <a:fillRect/>
          </a:stretch>
        </p:blipFill>
        <p:spPr>
          <a:xfrm>
            <a:off x="248383" y="83321"/>
            <a:ext cx="4705350" cy="6686550"/>
          </a:xfrm>
          <a:prstGeom prst="rect">
            <a:avLst/>
          </a:prstGeom>
        </p:spPr>
      </p:pic>
    </p:spTree>
    <p:extLst>
      <p:ext uri="{BB962C8B-B14F-4D97-AF65-F5344CB8AC3E}">
        <p14:creationId xmlns:p14="http://schemas.microsoft.com/office/powerpoint/2010/main" val="38142649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E9379AC3-FB9C-F6B1-8B25-8AC74E89F8B3}"/>
            </a:ext>
          </a:extLst>
        </p:cNvPr>
        <p:cNvGrpSpPr/>
        <p:nvPr/>
      </p:nvGrpSpPr>
      <p:grpSpPr>
        <a:xfrm>
          <a:off x="0" y="0"/>
          <a:ext cx="0" cy="0"/>
          <a:chOff x="0" y="0"/>
          <a:chExt cx="0" cy="0"/>
        </a:xfrm>
      </p:grpSpPr>
      <p:sp>
        <p:nvSpPr>
          <p:cNvPr id="17" name="Rectangle 8">
            <a:extLst>
              <a:ext uri="{FF2B5EF4-FFF2-40B4-BE49-F238E27FC236}">
                <a16:creationId xmlns:a16="http://schemas.microsoft.com/office/drawing/2014/main" xmlns="" id="{6753252F-4873-4F63-801D-CC719279A7D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0">
            <a:extLst>
              <a:ext uri="{FF2B5EF4-FFF2-40B4-BE49-F238E27FC236}">
                <a16:creationId xmlns:a16="http://schemas.microsoft.com/office/drawing/2014/main" xmlns="" id="{047C8CCB-F95D-4249-92DD-651249D3535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2013557" cy="6858000"/>
          </a:xfrm>
          <a:prstGeom prst="rect">
            <a:avLst/>
          </a:prstGeom>
          <a:solidFill>
            <a:srgbClr val="525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58CBF2D4-1819-2188-098B-FEE067EA723A}"/>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defTabSz="914400">
              <a:lnSpc>
                <a:spcPct val="90000"/>
              </a:lnSpc>
              <a:defRPr sz="4400" b="1">
                <a:solidFill>
                  <a:srgbClr val="F1F5F9"/>
                </a:solidFill>
                <a:latin typeface="Urbanist"/>
              </a:defRPr>
            </a:pPr>
            <a:r>
              <a:rPr lang="en-US" sz="2600" kern="1200" dirty="0">
                <a:solidFill>
                  <a:srgbClr val="FFFFFF"/>
                </a:solidFill>
                <a:latin typeface="Urbanist" panose="020B0A04040200000203" pitchFamily="34" charset="0"/>
                <a:ea typeface="Urbanist" panose="020B0A04040200000203" pitchFamily="34" charset="0"/>
                <a:cs typeface="Urbanist" panose="020B0A04040200000203" pitchFamily="34" charset="0"/>
              </a:rPr>
              <a:t>Threads vs. Processes</a:t>
            </a:r>
          </a:p>
        </p:txBody>
      </p:sp>
      <p:pic>
        <p:nvPicPr>
          <p:cNvPr id="4" name="그림 3">
            <a:extLst>
              <a:ext uri="{FF2B5EF4-FFF2-40B4-BE49-F238E27FC236}">
                <a16:creationId xmlns:a16="http://schemas.microsoft.com/office/drawing/2014/main" xmlns="" id="{E88EDFEC-7311-97B9-FD7C-268B852173B5}"/>
              </a:ext>
            </a:extLst>
          </p:cNvPr>
          <p:cNvPicPr>
            <a:picLocks noChangeAspect="1"/>
          </p:cNvPicPr>
          <p:nvPr/>
        </p:nvPicPr>
        <p:blipFill>
          <a:blip r:embed="rId2"/>
          <a:stretch>
            <a:fillRect/>
          </a:stretch>
        </p:blipFill>
        <p:spPr>
          <a:xfrm>
            <a:off x="4038600" y="1836917"/>
            <a:ext cx="7188199" cy="3180777"/>
          </a:xfrm>
          <a:prstGeom prst="rect">
            <a:avLst/>
          </a:prstGeom>
        </p:spPr>
      </p:pic>
    </p:spTree>
    <p:extLst>
      <p:ext uri="{BB962C8B-B14F-4D97-AF65-F5344CB8AC3E}">
        <p14:creationId xmlns:p14="http://schemas.microsoft.com/office/powerpoint/2010/main" val="27267826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540A881C-50CC-3E84-325F-AD8868D15591}"/>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xmlns="" id="{EB2A1C2B-BA76-8EFC-C7F0-F92994A48783}"/>
              </a:ext>
            </a:extLst>
          </p:cNvPr>
          <p:cNvPicPr>
            <a:picLocks noChangeAspect="1"/>
          </p:cNvPicPr>
          <p:nvPr/>
        </p:nvPicPr>
        <p:blipFill>
          <a:blip r:embed="rId2"/>
          <a:stretch>
            <a:fillRect/>
          </a:stretch>
        </p:blipFill>
        <p:spPr>
          <a:xfrm>
            <a:off x="0" y="35066"/>
            <a:ext cx="12192000" cy="6787867"/>
          </a:xfrm>
          <a:prstGeom prst="rect">
            <a:avLst/>
          </a:prstGeom>
        </p:spPr>
      </p:pic>
    </p:spTree>
    <p:extLst>
      <p:ext uri="{BB962C8B-B14F-4D97-AF65-F5344CB8AC3E}">
        <p14:creationId xmlns:p14="http://schemas.microsoft.com/office/powerpoint/2010/main" val="36860880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695575" y="600075"/>
            <a:ext cx="6800850" cy="5657850"/>
          </a:xfrm>
          <a:prstGeom prst="rect">
            <a:avLst/>
          </a:prstGeom>
        </p:spPr>
      </p:pic>
    </p:spTree>
    <p:extLst>
      <p:ext uri="{BB962C8B-B14F-4D97-AF65-F5344CB8AC3E}">
        <p14:creationId xmlns:p14="http://schemas.microsoft.com/office/powerpoint/2010/main" val="23703357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2CBE8434-4E38-549C-60CA-2D3A121CFBB7}"/>
            </a:ext>
          </a:extLst>
        </p:cNvPr>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38275" y="623887"/>
            <a:ext cx="9315450" cy="5610225"/>
          </a:xfrm>
          <a:prstGeom prst="rect">
            <a:avLst/>
          </a:prstGeom>
        </p:spPr>
      </p:pic>
    </p:spTree>
    <p:extLst>
      <p:ext uri="{BB962C8B-B14F-4D97-AF65-F5344CB8AC3E}">
        <p14:creationId xmlns:p14="http://schemas.microsoft.com/office/powerpoint/2010/main" val="37493806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359216" y="499110"/>
            <a:ext cx="9517380" cy="5730240"/>
          </a:xfrm>
          <a:prstGeom prst="rect">
            <a:avLst/>
          </a:prstGeom>
        </p:spPr>
      </p:pic>
    </p:spTree>
    <p:extLst>
      <p:ext uri="{BB962C8B-B14F-4D97-AF65-F5344CB8AC3E}">
        <p14:creationId xmlns:p14="http://schemas.microsoft.com/office/powerpoint/2010/main" val="18883245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4283AF01-2927-7A9D-3165-09E30C018EFB}"/>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xmlns="" id="{9F866101-8712-1DD0-39C0-9E9F2F55D7E7}"/>
              </a:ext>
            </a:extLst>
          </p:cNvPr>
          <p:cNvPicPr>
            <a:picLocks noChangeAspect="1"/>
          </p:cNvPicPr>
          <p:nvPr/>
        </p:nvPicPr>
        <p:blipFill>
          <a:blip r:embed="rId3"/>
          <a:stretch>
            <a:fillRect/>
          </a:stretch>
        </p:blipFill>
        <p:spPr>
          <a:xfrm>
            <a:off x="0" y="720766"/>
            <a:ext cx="12192000" cy="5416468"/>
          </a:xfrm>
          <a:prstGeom prst="rect">
            <a:avLst/>
          </a:prstGeom>
        </p:spPr>
      </p:pic>
    </p:spTree>
    <p:extLst>
      <p:ext uri="{BB962C8B-B14F-4D97-AF65-F5344CB8AC3E}">
        <p14:creationId xmlns:p14="http://schemas.microsoft.com/office/powerpoint/2010/main" val="37824429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A69DEDC5-1196-D6AE-1F12-F5A1F8DD0BAA}"/>
            </a:ext>
          </a:extLst>
        </p:cNvPr>
        <p:cNvGrpSpPr/>
        <p:nvPr/>
      </p:nvGrpSpPr>
      <p:grpSpPr>
        <a:xfrm>
          <a:off x="0" y="0"/>
          <a:ext cx="0" cy="0"/>
          <a:chOff x="0" y="0"/>
          <a:chExt cx="0" cy="0"/>
        </a:xfrm>
      </p:grpSpPr>
      <p:sp useBgFill="1">
        <p:nvSpPr>
          <p:cNvPr id="76" name="Rectangle 54">
            <a:extLst>
              <a:ext uri="{FF2B5EF4-FFF2-40B4-BE49-F238E27FC236}">
                <a16:creationId xmlns:a16="http://schemas.microsoft.com/office/drawing/2014/main" xmlns="" id="{058A14AF-9FB5-4CC7-BA35-E8E85D3EDF0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17F782DF-E4B5-7ABD-2AE6-353CA66338F0}"/>
              </a:ext>
            </a:extLst>
          </p:cNvPr>
          <p:cNvSpPr>
            <a:spLocks noGrp="1"/>
          </p:cNvSpPr>
          <p:nvPr>
            <p:ph type="title"/>
          </p:nvPr>
        </p:nvSpPr>
        <p:spPr>
          <a:xfrm>
            <a:off x="793662" y="386930"/>
            <a:ext cx="10066122" cy="1298448"/>
          </a:xfrm>
        </p:spPr>
        <p:txBody>
          <a:bodyPr vert="horz" lIns="91440" tIns="45720" rIns="91440" bIns="45720" rtlCol="0" anchor="b">
            <a:normAutofit/>
          </a:bodyPr>
          <a:lstStyle/>
          <a:p>
            <a:pPr algn="l" defTabSz="914400">
              <a:lnSpc>
                <a:spcPct val="90000"/>
              </a:lnSpc>
              <a:defRPr sz="4400" b="1">
                <a:solidFill>
                  <a:srgbClr val="F1F5F9"/>
                </a:solidFill>
                <a:latin typeface="Urbanist"/>
              </a:defRPr>
            </a:pPr>
            <a:r>
              <a:rPr lang="en-US" kern="1200" dirty="0">
                <a:solidFill>
                  <a:schemeClr val="tx1"/>
                </a:solidFill>
                <a:latin typeface="Urbanist ExtraLight" panose="020B0A04040200000203" pitchFamily="34" charset="0"/>
                <a:ea typeface="Urbanist ExtraLight" panose="020B0A04040200000203" pitchFamily="34" charset="0"/>
                <a:cs typeface="Urbanist ExtraLight" panose="020B0A04040200000203" pitchFamily="34" charset="0"/>
              </a:rPr>
              <a:t>Common Causes of Segmentation Fault</a:t>
            </a:r>
          </a:p>
        </p:txBody>
      </p:sp>
      <p:sp>
        <p:nvSpPr>
          <p:cNvPr id="77" name="Rectangle 56">
            <a:extLst>
              <a:ext uri="{FF2B5EF4-FFF2-40B4-BE49-F238E27FC236}">
                <a16:creationId xmlns:a16="http://schemas.microsoft.com/office/drawing/2014/main" xmlns="" id="{3A9A4357-BD1D-4622-A4FE-766E6AB8DE8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xmlns="" id="{E659831F-0D9A-4C63-9EBB-8435B85A440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xmlns="" id="{85A14758-8115-9EE3-2941-77A30721AB8A}"/>
              </a:ext>
            </a:extLst>
          </p:cNvPr>
          <p:cNvSpPr txBox="1">
            <a:spLocks/>
          </p:cNvSpPr>
          <p:nvPr/>
        </p:nvSpPr>
        <p:spPr>
          <a:xfrm>
            <a:off x="265418" y="2475907"/>
            <a:ext cx="5324561" cy="363945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228600" algn="l" defTabSz="914400">
              <a:lnSpc>
                <a:spcPct val="90000"/>
              </a:lnSpc>
              <a:spcAft>
                <a:spcPts val="600"/>
              </a:spcAft>
              <a:buFont typeface="Arial" panose="020B0604020202020204" pitchFamily="34" charset="0"/>
              <a:buChar char="•"/>
            </a:pPr>
            <a:r>
              <a:rPr lang="en-US" sz="3200" b="1" dirty="0" err="1">
                <a:latin typeface="Urbanist ExtraLight" panose="020B0A04040200000203" pitchFamily="34" charset="0"/>
                <a:ea typeface="Urbanist ExtraLight" panose="020B0A04040200000203" pitchFamily="34" charset="0"/>
                <a:cs typeface="Urbanist ExtraLight" panose="020B0A04040200000203" pitchFamily="34" charset="0"/>
              </a:rPr>
              <a:t>Derefencing</a:t>
            </a: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 a Null Pointer</a:t>
            </a:r>
          </a:p>
          <a:p>
            <a:pPr marL="571500" indent="-228600" algn="l" defTabSz="914400">
              <a:lnSpc>
                <a:spcPct val="90000"/>
              </a:lnSpc>
              <a:spcAft>
                <a:spcPts val="600"/>
              </a:spcAft>
              <a:buFont typeface="Arial" panose="020B0604020202020204" pitchFamily="34" charset="0"/>
              <a:buChar char="•"/>
            </a:pP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Buffer Overflows</a:t>
            </a:r>
          </a:p>
          <a:p>
            <a:pPr marL="571500" indent="-228600" algn="l" defTabSz="914400">
              <a:lnSpc>
                <a:spcPct val="90000"/>
              </a:lnSpc>
              <a:spcAft>
                <a:spcPts val="600"/>
              </a:spcAft>
              <a:buFont typeface="Arial" panose="020B0604020202020204" pitchFamily="34" charset="0"/>
              <a:buChar char="•"/>
            </a:pP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Dangling Pointers</a:t>
            </a:r>
          </a:p>
        </p:txBody>
      </p:sp>
      <p:pic>
        <p:nvPicPr>
          <p:cNvPr id="4" name="그림 3">
            <a:extLst>
              <a:ext uri="{FF2B5EF4-FFF2-40B4-BE49-F238E27FC236}">
                <a16:creationId xmlns:a16="http://schemas.microsoft.com/office/drawing/2014/main" xmlns="" id="{780AEC28-14DB-1259-9255-95136DBA81E6}"/>
              </a:ext>
            </a:extLst>
          </p:cNvPr>
          <p:cNvPicPr>
            <a:picLocks noChangeAspect="1"/>
          </p:cNvPicPr>
          <p:nvPr/>
        </p:nvPicPr>
        <p:blipFill>
          <a:blip r:embed="rId3"/>
          <a:stretch>
            <a:fillRect/>
          </a:stretch>
        </p:blipFill>
        <p:spPr>
          <a:xfrm>
            <a:off x="5911532" y="2487277"/>
            <a:ext cx="5150277" cy="3708199"/>
          </a:xfrm>
          <a:prstGeom prst="rect">
            <a:avLst/>
          </a:prstGeom>
        </p:spPr>
      </p:pic>
      <p:sp>
        <p:nvSpPr>
          <p:cNvPr id="78" name="Rectangle 60">
            <a:extLst>
              <a:ext uri="{FF2B5EF4-FFF2-40B4-BE49-F238E27FC236}">
                <a16:creationId xmlns:a16="http://schemas.microsoft.com/office/drawing/2014/main" xmlns="" id="{E6995CE5-F890-4ABA-82A2-26507CE8D2A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624715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xmlns="" id="{10AEE639-B901-541C-5A04-8FA018580C8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xmlns="" id="{54493EDC-8E94-3382-2539-BB2DE07D1D8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xmlns="" id="{D5620398-D6C8-3288-757E-3B63DE509188}"/>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xmlns="" id="{FFB82D31-7721-37F2-E783-8B2EF672D2C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xmlns="" id="{9FF83BF9-A6F9-91A9-4059-12248E44EB1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xmlns="" id="{86D513F7-7410-B282-0B83-8A74EA35FB8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AC532D32-9AC6-1EC8-18F4-BC8092C52FB5}"/>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dirty="0">
                <a:solidFill>
                  <a:schemeClr val="bg1"/>
                </a:solidFill>
              </a:rPr>
              <a:t>Example Code</a:t>
            </a:r>
          </a:p>
        </p:txBody>
      </p:sp>
      <p:grpSp>
        <p:nvGrpSpPr>
          <p:cNvPr id="18" name="Graphic 38">
            <a:extLst>
              <a:ext uri="{FF2B5EF4-FFF2-40B4-BE49-F238E27FC236}">
                <a16:creationId xmlns:a16="http://schemas.microsoft.com/office/drawing/2014/main" xmlns="" id="{A9863611-5570-B131-83B8-6942E1394292}"/>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xmlns="" id="{986C531A-6CFE-6EE2-4190-4B524FB4995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xmlns="" id="{11A8B866-E2BD-09F2-BA91-1810178B7913}"/>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xmlns="" id="{3D630B8D-FE4B-F18F-F2FB-4A5B3A27A4C1}"/>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xmlns="" id="{F4763AB4-7DD4-1FB2-3F27-927DD5E9C2C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xmlns="" id="{90B9BD50-1570-C385-4A28-B669E7B5CB7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xmlns="" id="{EC3FA114-8CEE-050C-8B63-465C29BFA6D9}"/>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xmlns="" id="{7AA0F9FA-F633-863B-5A62-B13EDAC3D84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xmlns="" id="{56976469-57B1-FC0A-77E7-6807822B841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xmlns="" id="{124B9CE8-DC58-76FE-FDFB-B4F4102627B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xmlns="" id="{B8190E16-E07C-84DC-E2E2-CF3B21CFE13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xmlns="" id="{EF5CB1DB-686E-8E27-0EDA-697772EA8A8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xmlns="" id="{9022258C-67B4-58FF-2D75-EF4F44ED1EF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xmlns="" id="{061F425F-72DA-11B0-8D37-8AD7546BBB1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xmlns="" id="{4A9D0DD7-7E40-E110-0E5A-57EFCB1D272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xmlns="" id="{67134233-A3D8-E6CF-2F51-4C979F5C06A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xmlns="" id="{F343285D-AC12-B826-BCDF-A87ADE627B9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xmlns="" id="{AD4BDEA5-6E2D-3C7D-F045-4A4A9F62ECAD}"/>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xmlns="" id="{22850648-529F-F38A-D1D3-4ED104A70A0A}"/>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xmlns="" id="{A7D525D1-9C3D-D09A-1BB2-11A03544872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xmlns="" id="{79531C96-29E5-676F-0CEB-BE9DCDA8848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xmlns="" id="{F47F2846-6C3B-FEE9-1B20-B83DA63FCF1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xmlns="" id="{218CD993-B10B-E9DE-A8C9-A47A072111C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xmlns="" id="{232C6F59-C2AF-9BC3-F5F0-707D88E00A3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xmlns="" id="{10570647-580B-F3E6-C1FF-42033C2293B8}"/>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xmlns="" id="{E4C33E3C-DEC4-97A2-6179-81FAEE32683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xmlns="" id="{F9D1ED15-441C-CBD8-1DC9-09134A348E4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xmlns="" id="{FB16A9A5-3D7F-6A42-4192-F35B827BD19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xmlns="" id="{AE165302-5AE1-E0A8-C9EF-262713ED305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xmlns="" id="{E60F9987-CE8B-0A16-BEE0-5C6CABA0D8A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xmlns="" id="{971713D9-44EC-1CD8-86F5-255B1E913C7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6" name="Title 1">
            <a:extLst>
              <a:ext uri="{FF2B5EF4-FFF2-40B4-BE49-F238E27FC236}">
                <a16:creationId xmlns:a16="http://schemas.microsoft.com/office/drawing/2014/main" xmlns="" id="{C77D10C5-46E3-86B1-F1DA-E9F0A9F3CC06}"/>
              </a:ext>
            </a:extLst>
          </p:cNvPr>
          <p:cNvSpPr txBox="1">
            <a:spLocks/>
          </p:cNvSpPr>
          <p:nvPr/>
        </p:nvSpPr>
        <p:spPr>
          <a:xfrm>
            <a:off x="5838976" y="1006036"/>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Tx/>
              <a:buChar char="-"/>
              <a:defRPr sz="4400" b="1">
                <a:solidFill>
                  <a:srgbClr val="F1F5F9"/>
                </a:solidFill>
                <a:latin typeface="Urbanist"/>
              </a:defRPr>
            </a:pPr>
            <a:r>
              <a:rPr lang="en-US" altLang="ko-KR" sz="3600" b="1" dirty="0">
                <a:latin typeface="Urbanist ExtraLight" panose="020B0A04040200000203" pitchFamily="34" charset="0"/>
                <a:ea typeface="Urbanist ExtraLight" panose="020B0A04040200000203" pitchFamily="34" charset="0"/>
                <a:cs typeface="Urbanist ExtraLight" panose="020B0A04040200000203" pitchFamily="34" charset="0"/>
              </a:rPr>
              <a:t>Stack Overflow</a:t>
            </a:r>
          </a:p>
          <a:p>
            <a:pPr marL="571500" indent="-571500" algn="l">
              <a:buFontTx/>
              <a:buChar char="-"/>
              <a:defRPr sz="4400" b="1">
                <a:solidFill>
                  <a:srgbClr val="F1F5F9"/>
                </a:solidFill>
                <a:latin typeface="Urbanist"/>
              </a:defRPr>
            </a:pPr>
            <a:r>
              <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rPr>
              <a:t>Memory Leak</a:t>
            </a:r>
          </a:p>
          <a:p>
            <a:pPr marL="571500" indent="-571500" algn="l">
              <a:buFontTx/>
              <a:buChar char="-"/>
              <a:defRPr sz="4400" b="1">
                <a:solidFill>
                  <a:srgbClr val="F1F5F9"/>
                </a:solidFill>
                <a:latin typeface="Urbanist"/>
              </a:defRPr>
            </a:pPr>
            <a:r>
              <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rPr>
              <a:t>Poor Cache</a:t>
            </a:r>
          </a:p>
        </p:txBody>
      </p:sp>
    </p:spTree>
    <p:extLst>
      <p:ext uri="{BB962C8B-B14F-4D97-AF65-F5344CB8AC3E}">
        <p14:creationId xmlns:p14="http://schemas.microsoft.com/office/powerpoint/2010/main" val="31477164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97F68757-4643-6191-D60B-20026D3C9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D9946CF4-66D7-CA21-E3CB-6F8C26E141EC}"/>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#4: </a:t>
            </a:r>
            <a:r>
              <a:rPr lang="en-US" altLang="ko-KR" sz="6000" b="1" dirty="0"/>
              <a:t>File System</a:t>
            </a:r>
            <a:endParaRPr dirty="0"/>
          </a:p>
        </p:txBody>
      </p:sp>
      <p:sp>
        <p:nvSpPr>
          <p:cNvPr id="3" name="Subtitle 2">
            <a:extLst>
              <a:ext uri="{FF2B5EF4-FFF2-40B4-BE49-F238E27FC236}">
                <a16:creationId xmlns:a16="http://schemas.microsoft.com/office/drawing/2014/main" xmlns="" id="{DC6D4CC8-C5D3-86DF-F5D4-40BE64FBF98D}"/>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smtClean="0"/>
              <a:t>Long-term &amp; large disk space</a:t>
            </a:r>
            <a:endParaRPr dirty="0"/>
          </a:p>
        </p:txBody>
      </p:sp>
    </p:spTree>
    <p:extLst>
      <p:ext uri="{BB962C8B-B14F-4D97-AF65-F5344CB8AC3E}">
        <p14:creationId xmlns:p14="http://schemas.microsoft.com/office/powerpoint/2010/main" val="15987821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48A1F4EA-60BD-B25C-5232-0D27E5F806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1804365-EA3B-DCF3-89EB-49CCA3BAB058}"/>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File Operations / System Calls</a:t>
            </a:r>
            <a:endParaRPr dirty="0"/>
          </a:p>
        </p:txBody>
      </p:sp>
      <p:sp>
        <p:nvSpPr>
          <p:cNvPr id="3" name="Content Placeholder 2">
            <a:extLst>
              <a:ext uri="{FF2B5EF4-FFF2-40B4-BE49-F238E27FC236}">
                <a16:creationId xmlns:a16="http://schemas.microsoft.com/office/drawing/2014/main" xmlns="" id="{5980DDE2-286B-44B4-5F9B-D4922FC02766}"/>
              </a:ext>
            </a:extLst>
          </p:cNvPr>
          <p:cNvSpPr>
            <a:spLocks noGrp="1"/>
          </p:cNvSpPr>
          <p:nvPr>
            <p:ph idx="1"/>
          </p:nvPr>
        </p:nvSpPr>
        <p:spPr>
          <a:xfrm>
            <a:off x="457200" y="1600200"/>
            <a:ext cx="5934456" cy="4525963"/>
          </a:xfrm>
        </p:spPr>
        <p:txBody>
          <a:bodyPr/>
          <a:lstStyle/>
          <a:p>
            <a:pPr marL="0" indent="0">
              <a:spcAft>
                <a:spcPts val="1400"/>
              </a:spcAft>
              <a:buNone/>
              <a:defRPr sz="2200">
                <a:solidFill>
                  <a:srgbClr val="CBD5E1"/>
                </a:solidFill>
                <a:latin typeface="Urbanist"/>
              </a:defRPr>
            </a:pPr>
            <a:r>
              <a:rPr lang="en-US" dirty="0"/>
              <a:t>I/O methods (</a:t>
            </a:r>
            <a:r>
              <a:rPr lang="en-US" dirty="0" err="1"/>
              <a:t>file.read</a:t>
            </a:r>
            <a:r>
              <a:rPr lang="en-US" dirty="0"/>
              <a:t>(), </a:t>
            </a:r>
            <a:r>
              <a:rPr lang="en-US" dirty="0" err="1"/>
              <a:t>file.write</a:t>
            </a:r>
            <a:r>
              <a:rPr lang="en-US" dirty="0"/>
              <a:t>()) are wrappers around OS system calls like open, read, write, seek, and lock. </a:t>
            </a:r>
            <a:br>
              <a:rPr lang="en-US" dirty="0"/>
            </a:br>
            <a:r>
              <a:rPr lang="en-US" dirty="0"/>
              <a:t>-&gt; debug file corruption and concurrency issues.</a:t>
            </a:r>
            <a:endParaRPr dirty="0"/>
          </a:p>
        </p:txBody>
      </p:sp>
    </p:spTree>
    <p:extLst>
      <p:ext uri="{BB962C8B-B14F-4D97-AF65-F5344CB8AC3E}">
        <p14:creationId xmlns:p14="http://schemas.microsoft.com/office/powerpoint/2010/main" val="4990669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77E807FF-E3FB-83D0-290E-D299F24A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5A0338E-E87B-6901-6231-47CF2828EA65}"/>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File Access Methods</a:t>
            </a:r>
            <a:endParaRPr dirty="0"/>
          </a:p>
        </p:txBody>
      </p:sp>
      <p:sp>
        <p:nvSpPr>
          <p:cNvPr id="3" name="Content Placeholder 2">
            <a:extLst>
              <a:ext uri="{FF2B5EF4-FFF2-40B4-BE49-F238E27FC236}">
                <a16:creationId xmlns:a16="http://schemas.microsoft.com/office/drawing/2014/main" xmlns="" id="{7D0087FA-A7AF-E006-1C97-67881C155B0E}"/>
              </a:ext>
            </a:extLst>
          </p:cNvPr>
          <p:cNvSpPr>
            <a:spLocks noGrp="1"/>
          </p:cNvSpPr>
          <p:nvPr>
            <p:ph idx="1"/>
          </p:nvPr>
        </p:nvSpPr>
        <p:spPr>
          <a:xfrm>
            <a:off x="457200" y="1600200"/>
            <a:ext cx="11484864" cy="4525963"/>
          </a:xfrm>
        </p:spPr>
        <p:txBody>
          <a:bodyPr/>
          <a:lstStyle/>
          <a:p>
            <a:pPr marL="0" indent="0">
              <a:spcAft>
                <a:spcPts val="1400"/>
              </a:spcAft>
              <a:buNone/>
              <a:defRPr sz="2200">
                <a:solidFill>
                  <a:srgbClr val="CBD5E1"/>
                </a:solidFill>
                <a:latin typeface="Urbanist"/>
              </a:defRPr>
            </a:pPr>
            <a:r>
              <a:rPr lang="en-US" dirty="0"/>
              <a:t>The OS supports two critical access methods for applications:	</a:t>
            </a:r>
          </a:p>
          <a:p>
            <a:pPr marL="457200" indent="-457200">
              <a:spcAft>
                <a:spcPts val="1400"/>
              </a:spcAft>
              <a:buAutoNum type="arabicPeriod"/>
              <a:defRPr sz="2200">
                <a:solidFill>
                  <a:srgbClr val="CBD5E1"/>
                </a:solidFill>
                <a:latin typeface="Urbanist"/>
              </a:defRPr>
            </a:pPr>
            <a:r>
              <a:rPr lang="en-US" b="1" dirty="0"/>
              <a:t>Sequential Access: </a:t>
            </a:r>
            <a:r>
              <a:rPr lang="en-US" dirty="0"/>
              <a:t/>
            </a:r>
            <a:br>
              <a:rPr lang="en-US" dirty="0"/>
            </a:br>
            <a:r>
              <a:rPr lang="en-US" dirty="0"/>
              <a:t>Reading/writing bytes in order (e.g., writing log files, reading a network stream).	</a:t>
            </a:r>
          </a:p>
          <a:p>
            <a:pPr marL="457200" indent="-457200">
              <a:spcAft>
                <a:spcPts val="1400"/>
              </a:spcAft>
              <a:buAutoNum type="arabicPeriod"/>
              <a:defRPr sz="2200">
                <a:solidFill>
                  <a:srgbClr val="CBD5E1"/>
                </a:solidFill>
                <a:latin typeface="Urbanist"/>
              </a:defRPr>
            </a:pPr>
            <a:r>
              <a:rPr lang="en-US" b="1" dirty="0"/>
              <a:t>Direct / Random Access: </a:t>
            </a:r>
            <a:r>
              <a:rPr lang="en-US" dirty="0"/>
              <a:t/>
            </a:r>
            <a:br>
              <a:rPr lang="en-US" dirty="0"/>
            </a:br>
            <a:r>
              <a:rPr lang="en-US" dirty="0"/>
              <a:t>Reading/writing specific blocks of data non-sequentially. This is the foundation for all databases (e.g., MySQL, PostgreSQL, MongoDB), making it highly relevant for data persistence.</a:t>
            </a:r>
            <a:endParaRPr dirty="0"/>
          </a:p>
        </p:txBody>
      </p:sp>
    </p:spTree>
    <p:extLst>
      <p:ext uri="{BB962C8B-B14F-4D97-AF65-F5344CB8AC3E}">
        <p14:creationId xmlns:p14="http://schemas.microsoft.com/office/powerpoint/2010/main" val="29972554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9B529BC9-048A-EE77-FF6F-9127C608BD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84B8946-12D1-F678-E47F-73611DFA150F}"/>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Directory Structure</a:t>
            </a:r>
            <a:endParaRPr dirty="0"/>
          </a:p>
        </p:txBody>
      </p:sp>
      <p:sp>
        <p:nvSpPr>
          <p:cNvPr id="3" name="Content Placeholder 2">
            <a:extLst>
              <a:ext uri="{FF2B5EF4-FFF2-40B4-BE49-F238E27FC236}">
                <a16:creationId xmlns:a16="http://schemas.microsoft.com/office/drawing/2014/main" xmlns="" id="{FD8B52E5-3FDC-CA61-8008-410B51D8E8E9}"/>
              </a:ext>
            </a:extLst>
          </p:cNvPr>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a:defRPr>
            </a:pPr>
            <a:r>
              <a:rPr lang="en-US" dirty="0"/>
              <a:t>Most modern operating systems use a </a:t>
            </a:r>
            <a:r>
              <a:rPr lang="en-US" b="1" dirty="0"/>
              <a:t>Tree-Structured Directory </a:t>
            </a:r>
            <a:r>
              <a:rPr lang="en-US" dirty="0"/>
              <a:t>(like Linux's / or Windows' C:\). </a:t>
            </a:r>
            <a:br>
              <a:rPr lang="en-US" dirty="0"/>
            </a:br>
            <a:r>
              <a:rPr lang="en-US" dirty="0"/>
              <a:t>-&gt; Setting up relative paths in configuration files and deployed application bundles.</a:t>
            </a:r>
            <a:endParaRPr dirty="0"/>
          </a:p>
        </p:txBody>
      </p:sp>
    </p:spTree>
    <p:extLst>
      <p:ext uri="{BB962C8B-B14F-4D97-AF65-F5344CB8AC3E}">
        <p14:creationId xmlns:p14="http://schemas.microsoft.com/office/powerpoint/2010/main" val="7318496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8AF0C8C9-2A0F-ED4F-5A9E-FAE74CF3B9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5F5FF543-24F0-1C8D-529F-9AB4BEC77D85}"/>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File Protection &amp; Security</a:t>
            </a:r>
            <a:endParaRPr dirty="0"/>
          </a:p>
        </p:txBody>
      </p:sp>
      <p:sp>
        <p:nvSpPr>
          <p:cNvPr id="3" name="Content Placeholder 2">
            <a:extLst>
              <a:ext uri="{FF2B5EF4-FFF2-40B4-BE49-F238E27FC236}">
                <a16:creationId xmlns:a16="http://schemas.microsoft.com/office/drawing/2014/main" xmlns="" id="{918E1F88-0CAE-5D75-CD35-2A96E6304FD6}"/>
              </a:ext>
            </a:extLst>
          </p:cNvPr>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a:defRPr>
            </a:pPr>
            <a:r>
              <a:rPr lang="en-US" dirty="0"/>
              <a:t>File protection is implemented using Access Control Lists (ACLs) or simplified permissions. For servers running on Linux (Ext4), this is the </a:t>
            </a:r>
            <a:r>
              <a:rPr lang="en-US" dirty="0" err="1"/>
              <a:t>rwx</a:t>
            </a:r>
            <a:r>
              <a:rPr lang="en-US" dirty="0"/>
              <a:t> (read, write, execute) model.</a:t>
            </a:r>
          </a:p>
          <a:p>
            <a:pPr marL="0" indent="0">
              <a:spcAft>
                <a:spcPts val="1400"/>
              </a:spcAft>
              <a:buNone/>
              <a:defRPr sz="2200">
                <a:solidFill>
                  <a:srgbClr val="CBD5E1"/>
                </a:solidFill>
                <a:latin typeface="Urbanist"/>
              </a:defRPr>
            </a:pPr>
            <a:r>
              <a:rPr lang="en-US" dirty="0"/>
              <a:t>octal permissions (e.g., </a:t>
            </a:r>
            <a:r>
              <a:rPr lang="en-US" dirty="0" err="1"/>
              <a:t>chmod</a:t>
            </a:r>
            <a:r>
              <a:rPr lang="en-US" dirty="0"/>
              <a:t> 755 or </a:t>
            </a:r>
            <a:r>
              <a:rPr lang="en-US" dirty="0" err="1"/>
              <a:t>chmod</a:t>
            </a:r>
            <a:r>
              <a:rPr lang="en-US" dirty="0"/>
              <a:t> 600) to secure configuration files, private keys, and data directories to prevent unauthorized access by other users or processes on the server.</a:t>
            </a:r>
            <a:endParaRPr dirty="0"/>
          </a:p>
        </p:txBody>
      </p:sp>
    </p:spTree>
    <p:extLst>
      <p:ext uri="{BB962C8B-B14F-4D97-AF65-F5344CB8AC3E}">
        <p14:creationId xmlns:p14="http://schemas.microsoft.com/office/powerpoint/2010/main" val="3194247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D29526BB-C831-FC74-19E1-7FD6F9994F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20F3132-7A24-EFCA-06F0-A045B7826F2D}"/>
              </a:ext>
            </a:extLst>
          </p:cNvPr>
          <p:cNvSpPr>
            <a:spLocks noGrp="1"/>
          </p:cNvSpPr>
          <p:nvPr>
            <p:ph type="title"/>
          </p:nvPr>
        </p:nvSpPr>
        <p:spPr/>
        <p:txBody>
          <a:bodyPr>
            <a:normAutofit fontScale="90000"/>
          </a:bodyPr>
          <a:lstStyle/>
          <a:p>
            <a:pPr algn="l">
              <a:defRPr sz="4400" b="1">
                <a:solidFill>
                  <a:srgbClr val="F1F5F9"/>
                </a:solidFill>
                <a:latin typeface="Urbanist"/>
              </a:defRPr>
            </a:pPr>
            <a:r>
              <a:rPr lang="en-US" altLang="ko-KR" b="1" dirty="0"/>
              <a:t>File Allocation Methods (</a:t>
            </a:r>
            <a:r>
              <a:rPr lang="en-US" altLang="ko-KR" b="1" dirty="0" err="1"/>
              <a:t>i</a:t>
            </a:r>
            <a:r>
              <a:rPr lang="en-US" altLang="ko-KR" b="1" dirty="0"/>
              <a:t>-nodes)</a:t>
            </a:r>
            <a:endParaRPr dirty="0"/>
          </a:p>
        </p:txBody>
      </p:sp>
      <p:sp>
        <p:nvSpPr>
          <p:cNvPr id="3" name="Content Placeholder 2">
            <a:extLst>
              <a:ext uri="{FF2B5EF4-FFF2-40B4-BE49-F238E27FC236}">
                <a16:creationId xmlns:a16="http://schemas.microsoft.com/office/drawing/2014/main" xmlns="" id="{78A73923-2E90-845C-4F54-81F770AE4030}"/>
              </a:ext>
            </a:extLst>
          </p:cNvPr>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a:defRPr>
            </a:pPr>
            <a:r>
              <a:rPr lang="en-US" dirty="0"/>
              <a:t>The most common method on modern Linux systems is Indexed Allocation (which uses </a:t>
            </a:r>
            <a:r>
              <a:rPr lang="en-US" dirty="0" err="1"/>
              <a:t>i</a:t>
            </a:r>
            <a:r>
              <a:rPr lang="en-US" dirty="0"/>
              <a:t>-nodes). This structure is important for understanding why certain file metadata operations are fast and how disk fragmentation can affect application I/O performance.</a:t>
            </a:r>
            <a:endParaRPr dirty="0"/>
          </a:p>
        </p:txBody>
      </p:sp>
    </p:spTree>
    <p:extLst>
      <p:ext uri="{BB962C8B-B14F-4D97-AF65-F5344CB8AC3E}">
        <p14:creationId xmlns:p14="http://schemas.microsoft.com/office/powerpoint/2010/main" val="5569450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35C7B3-2ADC-D52B-F622-23898BCAB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39BE626-1BDC-9BEF-CD15-C1CA09282BB5}"/>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User-Kernel I/O Boundary</a:t>
            </a:r>
            <a:endParaRPr dirty="0"/>
          </a:p>
        </p:txBody>
      </p:sp>
      <p:sp>
        <p:nvSpPr>
          <p:cNvPr id="3" name="Content Placeholder 2">
            <a:extLst>
              <a:ext uri="{FF2B5EF4-FFF2-40B4-BE49-F238E27FC236}">
                <a16:creationId xmlns:a16="http://schemas.microsoft.com/office/drawing/2014/main" xmlns="" id="{5EF4A72C-8E72-976B-574E-97D06989B0D2}"/>
              </a:ext>
            </a:extLst>
          </p:cNvPr>
          <p:cNvSpPr>
            <a:spLocks noGrp="1"/>
          </p:cNvSpPr>
          <p:nvPr>
            <p:ph idx="1"/>
          </p:nvPr>
        </p:nvSpPr>
        <p:spPr>
          <a:xfrm>
            <a:off x="457200" y="1600200"/>
            <a:ext cx="8718062" cy="4525963"/>
          </a:xfrm>
        </p:spPr>
        <p:txBody>
          <a:bodyPr>
            <a:normAutofit fontScale="92500" lnSpcReduction="10000"/>
          </a:bodyPr>
          <a:lstStyle/>
          <a:p>
            <a:pPr>
              <a:spcAft>
                <a:spcPts val="1400"/>
              </a:spcAft>
              <a:buFont typeface="Wingdings" panose="05000000000000000000" pitchFamily="2" charset="2"/>
              <a:buChar char="§"/>
              <a:defRPr sz="2200">
                <a:solidFill>
                  <a:srgbClr val="CBD5E1"/>
                </a:solidFill>
                <a:latin typeface="Urbanist"/>
              </a:defRPr>
            </a:pPr>
            <a:r>
              <a:rPr lang="en-US" dirty="0"/>
              <a:t>All I/O operations executed in your application must cross the boundary from User Mode to Kernel Mode via a System Call </a:t>
            </a:r>
          </a:p>
          <a:p>
            <a:pPr>
              <a:spcAft>
                <a:spcPts val="1400"/>
              </a:spcAft>
              <a:buFont typeface="Wingdings" panose="05000000000000000000" pitchFamily="2" charset="2"/>
              <a:buChar char="§"/>
              <a:defRPr sz="2200">
                <a:solidFill>
                  <a:srgbClr val="CBD5E1"/>
                </a:solidFill>
                <a:latin typeface="Urbanist"/>
              </a:defRPr>
            </a:pPr>
            <a:r>
              <a:rPr lang="en-US" dirty="0"/>
              <a:t>Software Layers: Application code uses User Level Libraries. These library functions translate your request into a system call to the OS kernel.</a:t>
            </a:r>
          </a:p>
          <a:p>
            <a:pPr>
              <a:spcAft>
                <a:spcPts val="1400"/>
              </a:spcAft>
              <a:buFont typeface="Wingdings" panose="05000000000000000000" pitchFamily="2" charset="2"/>
              <a:buChar char="§"/>
              <a:defRPr sz="2200">
                <a:solidFill>
                  <a:srgbClr val="CBD5E1"/>
                </a:solidFill>
                <a:latin typeface="Urbanist"/>
              </a:defRPr>
            </a:pPr>
            <a:r>
              <a:rPr lang="en-US" dirty="0"/>
              <a:t>Kernel Mediation (System Calls): A software interrupt (or Trap) is generated to transfer control from your user application to the OS kernel. The kernel then takes over, handling the device-specific request using its Device Driver.</a:t>
            </a:r>
          </a:p>
          <a:p>
            <a:pPr>
              <a:spcAft>
                <a:spcPts val="1400"/>
              </a:spcAft>
              <a:buFont typeface="Wingdings" panose="05000000000000000000" pitchFamily="2" charset="2"/>
              <a:buChar char="§"/>
              <a:defRPr sz="2200">
                <a:solidFill>
                  <a:srgbClr val="CBD5E1"/>
                </a:solidFill>
                <a:latin typeface="Urbanist"/>
              </a:defRPr>
            </a:pPr>
            <a:r>
              <a:rPr lang="en-US" dirty="0"/>
              <a:t>Abstraction: The OS provides a universal Device Independent Software layer  that uses generic functions (like read or write) to abstract away the complexity of different physical devices (like hard drives vs. network cards). This is why the same I/O function can be used for files or sockets.</a:t>
            </a:r>
            <a:endParaRPr dirty="0"/>
          </a:p>
        </p:txBody>
      </p:sp>
    </p:spTree>
    <p:extLst>
      <p:ext uri="{BB962C8B-B14F-4D97-AF65-F5344CB8AC3E}">
        <p14:creationId xmlns:p14="http://schemas.microsoft.com/office/powerpoint/2010/main" val="29522738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BA10773-F123-BAA7-652A-C4FBA064CB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7DD5120-AF64-2FC6-6012-1D034796F65D}"/>
              </a:ext>
            </a:extLst>
          </p:cNvPr>
          <p:cNvSpPr>
            <a:spLocks noGrp="1"/>
          </p:cNvSpPr>
          <p:nvPr>
            <p:ph type="title"/>
          </p:nvPr>
        </p:nvSpPr>
        <p:spPr/>
        <p:txBody>
          <a:bodyPr>
            <a:normAutofit fontScale="90000"/>
          </a:bodyPr>
          <a:lstStyle/>
          <a:p>
            <a:pPr algn="l">
              <a:defRPr sz="4400" b="1">
                <a:solidFill>
                  <a:srgbClr val="F1F5F9"/>
                </a:solidFill>
                <a:latin typeface="Urbanist"/>
              </a:defRPr>
            </a:pPr>
            <a:r>
              <a:rPr lang="en-US" altLang="ko-KR" b="1" dirty="0"/>
              <a:t>High-Performance I/O Models (Interrupts and DMA)</a:t>
            </a:r>
            <a:endParaRPr dirty="0"/>
          </a:p>
        </p:txBody>
      </p:sp>
      <p:sp>
        <p:nvSpPr>
          <p:cNvPr id="3" name="Content Placeholder 2">
            <a:extLst>
              <a:ext uri="{FF2B5EF4-FFF2-40B4-BE49-F238E27FC236}">
                <a16:creationId xmlns:a16="http://schemas.microsoft.com/office/drawing/2014/main" xmlns="" id="{3C1BA4BB-CDF9-62A6-55FA-EAF13B1BB48C}"/>
              </a:ext>
            </a:extLst>
          </p:cNvPr>
          <p:cNvSpPr>
            <a:spLocks noGrp="1"/>
          </p:cNvSpPr>
          <p:nvPr>
            <p:ph idx="1"/>
          </p:nvPr>
        </p:nvSpPr>
        <p:spPr>
          <a:xfrm>
            <a:off x="457200" y="1600200"/>
            <a:ext cx="8718062" cy="4525963"/>
          </a:xfrm>
        </p:spPr>
        <p:txBody>
          <a:bodyPr>
            <a:normAutofit/>
          </a:bodyPr>
          <a:lstStyle/>
          <a:p>
            <a:pPr>
              <a:spcAft>
                <a:spcPts val="1400"/>
              </a:spcAft>
              <a:buFont typeface="Wingdings" panose="05000000000000000000" pitchFamily="2" charset="2"/>
              <a:buChar char="§"/>
              <a:defRPr sz="2200">
                <a:solidFill>
                  <a:srgbClr val="CBD5E1"/>
                </a:solidFill>
                <a:latin typeface="Urbanist"/>
              </a:defRPr>
            </a:pPr>
            <a:r>
              <a:rPr lang="en-US" dirty="0"/>
              <a:t>The OS uses different techniques to manage I/O, which dictates the performance characteristics of your application's I/O calls. These models explain the difference between blocking and non-blocking/asynchronous operations.</a:t>
            </a:r>
            <a:endParaRPr dirty="0"/>
          </a:p>
        </p:txBody>
      </p:sp>
    </p:spTree>
    <p:extLst>
      <p:ext uri="{BB962C8B-B14F-4D97-AF65-F5344CB8AC3E}">
        <p14:creationId xmlns:p14="http://schemas.microsoft.com/office/powerpoint/2010/main" val="321969805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DA7D31C-C679-2EBE-CA20-C6427C5C54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24F910A-8301-B383-4761-E517F96EDD2D}"/>
              </a:ext>
            </a:extLst>
          </p:cNvPr>
          <p:cNvSpPr>
            <a:spLocks noGrp="1"/>
          </p:cNvSpPr>
          <p:nvPr>
            <p:ph type="title"/>
          </p:nvPr>
        </p:nvSpPr>
        <p:spPr>
          <a:xfrm>
            <a:off x="457200" y="274638"/>
            <a:ext cx="11406554" cy="1143000"/>
          </a:xfrm>
        </p:spPr>
        <p:txBody>
          <a:bodyPr>
            <a:normAutofit/>
          </a:bodyPr>
          <a:lstStyle/>
          <a:p>
            <a:pPr algn="l">
              <a:defRPr sz="4400" b="1">
                <a:solidFill>
                  <a:srgbClr val="F1F5F9"/>
                </a:solidFill>
                <a:latin typeface="Urbanist"/>
              </a:defRPr>
            </a:pPr>
            <a:r>
              <a:rPr lang="en-US" altLang="ko-KR" b="1" dirty="0"/>
              <a:t>Interrupt-Driven I/O (Enables Non-Blocking)</a:t>
            </a:r>
            <a:endParaRPr dirty="0"/>
          </a:p>
        </p:txBody>
      </p:sp>
      <p:sp>
        <p:nvSpPr>
          <p:cNvPr id="3" name="Content Placeholder 2">
            <a:extLst>
              <a:ext uri="{FF2B5EF4-FFF2-40B4-BE49-F238E27FC236}">
                <a16:creationId xmlns:a16="http://schemas.microsoft.com/office/drawing/2014/main" xmlns="" id="{939FC627-7EFD-73A4-388B-887A7D1F24DF}"/>
              </a:ext>
            </a:extLst>
          </p:cNvPr>
          <p:cNvSpPr>
            <a:spLocks noGrp="1"/>
          </p:cNvSpPr>
          <p:nvPr>
            <p:ph idx="1"/>
          </p:nvPr>
        </p:nvSpPr>
        <p:spPr>
          <a:xfrm>
            <a:off x="457200" y="1600200"/>
            <a:ext cx="8718062" cy="4525963"/>
          </a:xfrm>
        </p:spPr>
        <p:txBody>
          <a:bodyPr>
            <a:normAutofit fontScale="92500" lnSpcReduction="10000"/>
          </a:bodyPr>
          <a:lstStyle/>
          <a:p>
            <a:pPr>
              <a:spcAft>
                <a:spcPts val="1400"/>
              </a:spcAft>
              <a:buFont typeface="Wingdings" panose="05000000000000000000" pitchFamily="2" charset="2"/>
              <a:buChar char="§"/>
              <a:defRPr sz="2200">
                <a:solidFill>
                  <a:srgbClr val="CBD5E1"/>
                </a:solidFill>
                <a:latin typeface="Urbanist"/>
              </a:defRPr>
            </a:pPr>
            <a:r>
              <a:rPr lang="en-US" dirty="0"/>
              <a:t>This is the fundamental mechanism that allows a backend server to handle many concurrent connections without the CPU getting stuck waiting for one slow I/O operation.</a:t>
            </a:r>
          </a:p>
          <a:p>
            <a:pPr>
              <a:spcAft>
                <a:spcPts val="1400"/>
              </a:spcAft>
              <a:buFont typeface="Wingdings" panose="05000000000000000000" pitchFamily="2" charset="2"/>
              <a:buChar char="§"/>
              <a:defRPr sz="2200">
                <a:solidFill>
                  <a:srgbClr val="CBD5E1"/>
                </a:solidFill>
                <a:latin typeface="Urbanist"/>
              </a:defRPr>
            </a:pPr>
            <a:r>
              <a:rPr lang="en-US" dirty="0"/>
              <a:t>The Wait: The CPU issues an I/O command and immediately moves on to execute other work (doing something else) The process that requested the I/O is typically put into a waiting/blocked state.</a:t>
            </a:r>
          </a:p>
          <a:p>
            <a:pPr>
              <a:spcAft>
                <a:spcPts val="1400"/>
              </a:spcAft>
              <a:buFont typeface="Wingdings" panose="05000000000000000000" pitchFamily="2" charset="2"/>
              <a:buChar char="§"/>
              <a:defRPr sz="2200">
                <a:solidFill>
                  <a:srgbClr val="CBD5E1"/>
                </a:solidFill>
                <a:latin typeface="Urbanist"/>
              </a:defRPr>
            </a:pPr>
            <a:r>
              <a:rPr lang="en-US" dirty="0"/>
              <a:t>The Notification: When the hardware device completes the I/O operation (e.g., a network packet arrives), the device controller issues a hardware Interrupt to the CPU</a:t>
            </a:r>
          </a:p>
          <a:p>
            <a:pPr>
              <a:spcAft>
                <a:spcPts val="1400"/>
              </a:spcAft>
              <a:buFont typeface="Wingdings" panose="05000000000000000000" pitchFamily="2" charset="2"/>
              <a:buChar char="§"/>
              <a:defRPr sz="2200">
                <a:solidFill>
                  <a:srgbClr val="CBD5E1"/>
                </a:solidFill>
                <a:latin typeface="Urbanist"/>
              </a:defRPr>
            </a:pPr>
            <a:r>
              <a:rPr lang="en-US" dirty="0"/>
              <a:t>Outcome: This mechanism maximizes CPU utilization. In Node.js, this is key to the single-threaded event loop. In Java and Python, it allows frameworks/libraries (like Netty or </a:t>
            </a:r>
            <a:r>
              <a:rPr lang="en-US" dirty="0" err="1"/>
              <a:t>asyncio</a:t>
            </a:r>
            <a:r>
              <a:rPr lang="en-US" dirty="0"/>
              <a:t>) to schedule other tasks while waiting for I/O completion.</a:t>
            </a:r>
            <a:endParaRPr dirty="0"/>
          </a:p>
        </p:txBody>
      </p:sp>
    </p:spTree>
    <p:extLst>
      <p:ext uri="{BB962C8B-B14F-4D97-AF65-F5344CB8AC3E}">
        <p14:creationId xmlns:p14="http://schemas.microsoft.com/office/powerpoint/2010/main" val="29910623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D6F7BE7-2324-A5BC-726D-03A02278E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0074EC8-D4C1-6E54-B2D0-F5D6D38E9E55}"/>
              </a:ext>
            </a:extLst>
          </p:cNvPr>
          <p:cNvSpPr>
            <a:spLocks noGrp="1"/>
          </p:cNvSpPr>
          <p:nvPr>
            <p:ph type="title"/>
          </p:nvPr>
        </p:nvSpPr>
        <p:spPr>
          <a:xfrm>
            <a:off x="457200" y="274638"/>
            <a:ext cx="11406554" cy="1143000"/>
          </a:xfrm>
        </p:spPr>
        <p:txBody>
          <a:bodyPr>
            <a:normAutofit fontScale="90000"/>
          </a:bodyPr>
          <a:lstStyle/>
          <a:p>
            <a:pPr algn="l">
              <a:defRPr sz="4400" b="1">
                <a:solidFill>
                  <a:srgbClr val="F1F5F9"/>
                </a:solidFill>
                <a:latin typeface="Urbanist"/>
              </a:defRPr>
            </a:pPr>
            <a:r>
              <a:rPr lang="en-US" altLang="ko-KR" b="1" dirty="0"/>
              <a:t>Direct Memory Access (DMA) (Enables Fast Data Transfer)</a:t>
            </a:r>
            <a:endParaRPr dirty="0"/>
          </a:p>
        </p:txBody>
      </p:sp>
      <p:sp>
        <p:nvSpPr>
          <p:cNvPr id="3" name="Content Placeholder 2">
            <a:extLst>
              <a:ext uri="{FF2B5EF4-FFF2-40B4-BE49-F238E27FC236}">
                <a16:creationId xmlns:a16="http://schemas.microsoft.com/office/drawing/2014/main" xmlns="" id="{0E1352C5-BC06-A6C0-172C-8CF9AE686D06}"/>
              </a:ext>
            </a:extLst>
          </p:cNvPr>
          <p:cNvSpPr>
            <a:spLocks noGrp="1"/>
          </p:cNvSpPr>
          <p:nvPr>
            <p:ph idx="1"/>
          </p:nvPr>
        </p:nvSpPr>
        <p:spPr>
          <a:xfrm>
            <a:off x="457200" y="1600200"/>
            <a:ext cx="8718062" cy="4525963"/>
          </a:xfrm>
        </p:spPr>
        <p:txBody>
          <a:bodyPr>
            <a:normAutofit fontScale="92500" lnSpcReduction="10000"/>
          </a:bodyPr>
          <a:lstStyle/>
          <a:p>
            <a:pPr marL="0" indent="0">
              <a:spcAft>
                <a:spcPts val="1400"/>
              </a:spcAft>
              <a:buNone/>
              <a:defRPr sz="2200">
                <a:solidFill>
                  <a:srgbClr val="CBD5E1"/>
                </a:solidFill>
                <a:latin typeface="Urbanist"/>
              </a:defRPr>
            </a:pPr>
            <a:r>
              <a:rPr lang="en-US" altLang="ko-KR" sz="2200" dirty="0"/>
              <a:t>DMA is crucial for reducing CPU load during large data transfers, which is common in high-throughput backend services (e.g., streaming large files or handling high-volume network traffic).</a:t>
            </a:r>
          </a:p>
          <a:p>
            <a:pPr marL="0" indent="0">
              <a:spcAft>
                <a:spcPts val="1400"/>
              </a:spcAft>
              <a:buNone/>
              <a:defRPr sz="2200">
                <a:solidFill>
                  <a:srgbClr val="CBD5E1"/>
                </a:solidFill>
                <a:latin typeface="Urbanist"/>
              </a:defRPr>
            </a:pPr>
            <a:r>
              <a:rPr lang="en-US" altLang="ko-KR" sz="2200" b="1" dirty="0"/>
              <a:t>Bypassing the CPU:</a:t>
            </a:r>
            <a:r>
              <a:rPr lang="en-US" altLang="ko-KR" sz="2200" dirty="0"/>
              <a:t> After the CPU initiates the I/O operation, the </a:t>
            </a:r>
            <a:r>
              <a:rPr lang="en-US" altLang="ko-KR" sz="2200" b="1" dirty="0"/>
              <a:t>DMA Controller</a:t>
            </a:r>
            <a:r>
              <a:rPr lang="en-US" altLang="ko-KR" sz="2200" dirty="0"/>
              <a:t> takes over the data transfer. Data is moved directly from the device (e.g., a network card) to the main memory (RAM) </a:t>
            </a:r>
            <a:r>
              <a:rPr lang="en-US" altLang="ko-KR" sz="2200" b="1" dirty="0"/>
              <a:t>without passing through the CPU registers byte-by-byte</a:t>
            </a:r>
          </a:p>
          <a:p>
            <a:pPr marL="0" indent="0">
              <a:spcAft>
                <a:spcPts val="1400"/>
              </a:spcAft>
              <a:buNone/>
              <a:defRPr sz="2200">
                <a:solidFill>
                  <a:srgbClr val="CBD5E1"/>
                </a:solidFill>
                <a:latin typeface="Urbanist"/>
              </a:defRPr>
            </a:pPr>
            <a:r>
              <a:rPr lang="en-US" altLang="ko-KR" sz="2200" b="1" dirty="0"/>
              <a:t>The Single Interrupt:</a:t>
            </a:r>
            <a:r>
              <a:rPr lang="en-US" altLang="ko-KR" sz="2200" dirty="0"/>
              <a:t> The DMA controller issues only </a:t>
            </a:r>
            <a:r>
              <a:rPr lang="en-US" altLang="ko-KR" sz="2200" b="1" dirty="0"/>
              <a:t>one interrupt</a:t>
            </a:r>
            <a:r>
              <a:rPr lang="en-US" altLang="ko-KR" sz="2200" dirty="0"/>
              <a:t> to the CPU when the entire block of data transfer is complete, instead of interrupting for every small I/O buffer</a:t>
            </a:r>
          </a:p>
          <a:p>
            <a:pPr marL="0" indent="0">
              <a:spcAft>
                <a:spcPts val="1400"/>
              </a:spcAft>
              <a:buNone/>
              <a:defRPr sz="2200">
                <a:solidFill>
                  <a:srgbClr val="CBD5E1"/>
                </a:solidFill>
                <a:latin typeface="Urbanist"/>
              </a:defRPr>
            </a:pPr>
            <a:r>
              <a:rPr lang="en-US" altLang="ko-KR" sz="2200" b="1" dirty="0"/>
              <a:t>Outcome:</a:t>
            </a:r>
            <a:r>
              <a:rPr lang="en-US" altLang="ko-KR" sz="2200" dirty="0"/>
              <a:t> This significantly reduces the overhead on the CPU and is the basis for high-efficiency I/O, often referred to as </a:t>
            </a:r>
            <a:r>
              <a:rPr lang="en-US" altLang="ko-KR" sz="2200" b="1" dirty="0"/>
              <a:t>"Zero-Copy"</a:t>
            </a:r>
            <a:r>
              <a:rPr lang="en-US" altLang="ko-KR" sz="2200" dirty="0"/>
              <a:t> in high-performance networking architectures.</a:t>
            </a:r>
            <a:endParaRPr dirty="0"/>
          </a:p>
        </p:txBody>
      </p:sp>
    </p:spTree>
    <p:extLst>
      <p:ext uri="{BB962C8B-B14F-4D97-AF65-F5344CB8AC3E}">
        <p14:creationId xmlns:p14="http://schemas.microsoft.com/office/powerpoint/2010/main" val="31777610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1D071E6A-EAE0-12C9-F1E5-1394CA1C5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BD85380-240F-28CD-ED48-2D768B23F7E8}"/>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smtClean="0"/>
              <a:t>#5: </a:t>
            </a:r>
            <a:r>
              <a:rPr lang="en-US" altLang="ko-KR" sz="6000" b="1" dirty="0" smtClean="0"/>
              <a:t>Socket </a:t>
            </a:r>
            <a:r>
              <a:rPr lang="en-US" altLang="ko-KR" sz="6000" b="1" dirty="0"/>
              <a:t>&amp; Networking</a:t>
            </a:r>
            <a:endParaRPr dirty="0"/>
          </a:p>
        </p:txBody>
      </p:sp>
      <p:sp>
        <p:nvSpPr>
          <p:cNvPr id="3" name="Subtitle 2">
            <a:extLst>
              <a:ext uri="{FF2B5EF4-FFF2-40B4-BE49-F238E27FC236}">
                <a16:creationId xmlns:a16="http://schemas.microsoft.com/office/drawing/2014/main" xmlns="" id="{3306C8EB-FD3D-F892-E5A2-580FAFE61B73}"/>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smtClean="0"/>
              <a:t>Most common way </a:t>
            </a:r>
            <a:r>
              <a:rPr lang="en-US" sz="2800" dirty="0"/>
              <a:t>of Inter Process Communication</a:t>
            </a:r>
            <a:endParaRPr dirty="0"/>
          </a:p>
        </p:txBody>
      </p:sp>
    </p:spTree>
    <p:extLst>
      <p:ext uri="{BB962C8B-B14F-4D97-AF65-F5344CB8AC3E}">
        <p14:creationId xmlns:p14="http://schemas.microsoft.com/office/powerpoint/2010/main" val="171924657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9D4EFBB1-A131-D689-0417-A787D02C1B51}"/>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xmlns="" id="{61EE70CE-A98D-1419-73FC-9FB486D32337}"/>
              </a:ext>
            </a:extLst>
          </p:cNvPr>
          <p:cNvPicPr>
            <a:picLocks noChangeAspect="1"/>
          </p:cNvPicPr>
          <p:nvPr/>
        </p:nvPicPr>
        <p:blipFill>
          <a:blip r:embed="rId2"/>
          <a:stretch>
            <a:fillRect/>
          </a:stretch>
        </p:blipFill>
        <p:spPr>
          <a:xfrm>
            <a:off x="285750" y="61912"/>
            <a:ext cx="11620500" cy="6734175"/>
          </a:xfrm>
          <a:prstGeom prst="rect">
            <a:avLst/>
          </a:prstGeom>
        </p:spPr>
      </p:pic>
    </p:spTree>
    <p:extLst>
      <p:ext uri="{BB962C8B-B14F-4D97-AF65-F5344CB8AC3E}">
        <p14:creationId xmlns:p14="http://schemas.microsoft.com/office/powerpoint/2010/main" val="40608202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1837D005-771D-A0A6-BBC9-E38FD65F54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49565D9F-D2A3-F49E-BAE6-D6AD40E9A938}"/>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Network Stack</a:t>
            </a:r>
            <a:endParaRPr dirty="0"/>
          </a:p>
        </p:txBody>
      </p:sp>
      <p:sp>
        <p:nvSpPr>
          <p:cNvPr id="3" name="Content Placeholder 2">
            <a:extLst>
              <a:ext uri="{FF2B5EF4-FFF2-40B4-BE49-F238E27FC236}">
                <a16:creationId xmlns:a16="http://schemas.microsoft.com/office/drawing/2014/main" xmlns="" id="{FCA2069C-90D4-417E-5972-4B7C89DDF357}"/>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Kernel network buffers and TCP settings</a:t>
            </a:r>
          </a:p>
          <a:p>
            <a:pPr>
              <a:spcAft>
                <a:spcPts val="1400"/>
              </a:spcAft>
              <a:buFont typeface="Wingdings" panose="05000000000000000000" pitchFamily="2" charset="2"/>
              <a:buChar char="§"/>
              <a:defRPr sz="2200">
                <a:solidFill>
                  <a:srgbClr val="CBD5E1"/>
                </a:solidFill>
                <a:latin typeface="Urbanist"/>
              </a:defRPr>
            </a:pPr>
            <a:r>
              <a:rPr lang="en-US" dirty="0"/>
              <a:t>Send/receive buffers and throughput tuning</a:t>
            </a:r>
          </a:p>
          <a:p>
            <a:pPr>
              <a:spcAft>
                <a:spcPts val="1400"/>
              </a:spcAft>
              <a:buFont typeface="Wingdings" panose="05000000000000000000" pitchFamily="2" charset="2"/>
              <a:buChar char="§"/>
              <a:defRPr sz="2200">
                <a:solidFill>
                  <a:srgbClr val="CBD5E1"/>
                </a:solidFill>
                <a:latin typeface="Urbanist"/>
              </a:defRPr>
            </a:pPr>
            <a:r>
              <a:rPr lang="en-US" dirty="0"/>
              <a:t>TCP_NODELAY, SO_REUSEADDR, TCP_KEEPALIVE</a:t>
            </a:r>
            <a:endParaRPr dirty="0"/>
          </a:p>
        </p:txBody>
      </p:sp>
    </p:spTree>
    <p:extLst>
      <p:ext uri="{BB962C8B-B14F-4D97-AF65-F5344CB8AC3E}">
        <p14:creationId xmlns:p14="http://schemas.microsoft.com/office/powerpoint/2010/main" val="315733519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AE67F3D1-7F1F-E338-6777-633B4C600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F64BD2A-CCD5-11C2-408E-A870E89533CD}"/>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Sockets</a:t>
            </a:r>
            <a:endParaRPr dirty="0"/>
          </a:p>
        </p:txBody>
      </p:sp>
      <p:sp>
        <p:nvSpPr>
          <p:cNvPr id="3" name="Content Placeholder 2">
            <a:extLst>
              <a:ext uri="{FF2B5EF4-FFF2-40B4-BE49-F238E27FC236}">
                <a16:creationId xmlns:a16="http://schemas.microsoft.com/office/drawing/2014/main" xmlns="" id="{22F3AA0B-51D5-5D3C-1F67-4AC4F6AE8EA0}"/>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Socket creation and lifecycle</a:t>
            </a:r>
          </a:p>
          <a:p>
            <a:pPr>
              <a:spcAft>
                <a:spcPts val="1400"/>
              </a:spcAft>
              <a:buFont typeface="Wingdings" panose="05000000000000000000" pitchFamily="2" charset="2"/>
              <a:buChar char="§"/>
              <a:defRPr sz="2200">
                <a:solidFill>
                  <a:srgbClr val="CBD5E1"/>
                </a:solidFill>
                <a:latin typeface="Urbanist"/>
              </a:defRPr>
            </a:pPr>
            <a:r>
              <a:rPr lang="en-US" dirty="0"/>
              <a:t>Connection states: LISTEN, ESTABLISHED, TIME_WAIT</a:t>
            </a:r>
          </a:p>
          <a:p>
            <a:pPr>
              <a:spcAft>
                <a:spcPts val="1400"/>
              </a:spcAft>
              <a:buFont typeface="Wingdings" panose="05000000000000000000" pitchFamily="2" charset="2"/>
              <a:buChar char="§"/>
              <a:defRPr sz="2200">
                <a:solidFill>
                  <a:srgbClr val="CBD5E1"/>
                </a:solidFill>
                <a:latin typeface="Urbanist"/>
              </a:defRPr>
            </a:pPr>
            <a:r>
              <a:rPr lang="en-US" dirty="0"/>
              <a:t>TIME_WAIT and port exhaustion issues</a:t>
            </a:r>
            <a:endParaRPr dirty="0"/>
          </a:p>
        </p:txBody>
      </p:sp>
    </p:spTree>
    <p:extLst>
      <p:ext uri="{BB962C8B-B14F-4D97-AF65-F5344CB8AC3E}">
        <p14:creationId xmlns:p14="http://schemas.microsoft.com/office/powerpoint/2010/main" val="34430052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D8202945-DF92-F569-A912-EEB5225BB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3F4ED1C-567D-4549-B3DC-B45E55FC20DA}"/>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Network Performance Tuning</a:t>
            </a:r>
            <a:endParaRPr dirty="0"/>
          </a:p>
        </p:txBody>
      </p:sp>
      <p:sp>
        <p:nvSpPr>
          <p:cNvPr id="3" name="Content Placeholder 2">
            <a:extLst>
              <a:ext uri="{FF2B5EF4-FFF2-40B4-BE49-F238E27FC236}">
                <a16:creationId xmlns:a16="http://schemas.microsoft.com/office/drawing/2014/main" xmlns="" id="{5A219E90-37DF-38C8-5F07-BB52156FB0A5}"/>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TCP backlog (listen queue): Impact on connection acceptance</a:t>
            </a:r>
          </a:p>
          <a:p>
            <a:pPr>
              <a:spcAft>
                <a:spcPts val="1400"/>
              </a:spcAft>
              <a:buFont typeface="Wingdings" panose="05000000000000000000" pitchFamily="2" charset="2"/>
              <a:buChar char="§"/>
              <a:defRPr sz="2200">
                <a:solidFill>
                  <a:srgbClr val="CBD5E1"/>
                </a:solidFill>
                <a:latin typeface="Urbanist"/>
              </a:defRPr>
            </a:pPr>
            <a:r>
              <a:rPr lang="en-US" dirty="0"/>
              <a:t>Connection timeouts: TCP timeout vs application timeout</a:t>
            </a:r>
          </a:p>
          <a:p>
            <a:pPr>
              <a:spcAft>
                <a:spcPts val="1400"/>
              </a:spcAft>
              <a:buFont typeface="Wingdings" panose="05000000000000000000" pitchFamily="2" charset="2"/>
              <a:buChar char="§"/>
              <a:defRPr sz="2200">
                <a:solidFill>
                  <a:srgbClr val="CBD5E1"/>
                </a:solidFill>
                <a:latin typeface="Urbanist"/>
              </a:defRPr>
            </a:pPr>
            <a:r>
              <a:rPr lang="en-US" dirty="0"/>
              <a:t>Nagle's algorithm and latency</a:t>
            </a:r>
            <a:endParaRPr dirty="0"/>
          </a:p>
        </p:txBody>
      </p:sp>
    </p:spTree>
    <p:extLst>
      <p:ext uri="{BB962C8B-B14F-4D97-AF65-F5344CB8AC3E}">
        <p14:creationId xmlns:p14="http://schemas.microsoft.com/office/powerpoint/2010/main" val="13681722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CBF47E9B-B76C-5C7A-C0C3-D12CF10C50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E656BE3-FAF9-FC8E-1F6A-6661E66D53A0}"/>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smtClean="0"/>
              <a:t>#6: </a:t>
            </a:r>
            <a:r>
              <a:rPr lang="en-US" altLang="ko-KR" sz="6000" b="1" dirty="0" smtClean="0"/>
              <a:t>Environment </a:t>
            </a:r>
            <a:r>
              <a:rPr lang="en-US" altLang="ko-KR" sz="6000" b="1" dirty="0"/>
              <a:t>Configuration</a:t>
            </a:r>
            <a:endParaRPr dirty="0"/>
          </a:p>
        </p:txBody>
      </p:sp>
      <p:sp>
        <p:nvSpPr>
          <p:cNvPr id="3" name="Subtitle 2">
            <a:extLst>
              <a:ext uri="{FF2B5EF4-FFF2-40B4-BE49-F238E27FC236}">
                <a16:creationId xmlns:a16="http://schemas.microsoft.com/office/drawing/2014/main" xmlns="" id="{08123042-64DB-505A-8C14-AB473AE4965B}"/>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Modern Application Style</a:t>
            </a:r>
            <a:endParaRPr dirty="0"/>
          </a:p>
        </p:txBody>
      </p:sp>
    </p:spTree>
    <p:extLst>
      <p:ext uri="{BB962C8B-B14F-4D97-AF65-F5344CB8AC3E}">
        <p14:creationId xmlns:p14="http://schemas.microsoft.com/office/powerpoint/2010/main" val="9353282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A8712E4E-EB8D-7D8F-828F-23F99CC2A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FB21EAD-FE81-191A-1E8C-99AC70BDBAF1}"/>
              </a:ext>
            </a:extLst>
          </p:cNvPr>
          <p:cNvSpPr>
            <a:spLocks noGrp="1"/>
          </p:cNvSpPr>
          <p:nvPr>
            <p:ph type="title"/>
          </p:nvPr>
        </p:nvSpPr>
        <p:spPr>
          <a:xfrm>
            <a:off x="457200" y="274638"/>
            <a:ext cx="11023600" cy="1143000"/>
          </a:xfrm>
        </p:spPr>
        <p:txBody>
          <a:bodyPr>
            <a:normAutofit/>
          </a:bodyPr>
          <a:lstStyle/>
          <a:p>
            <a:pPr algn="l">
              <a:defRPr sz="4400" b="1">
                <a:solidFill>
                  <a:srgbClr val="F1F5F9"/>
                </a:solidFill>
                <a:latin typeface="Urbanist"/>
              </a:defRPr>
            </a:pPr>
            <a:r>
              <a:rPr lang="en-US" altLang="ko-KR" b="1" dirty="0"/>
              <a:t>Environment Variables &amp; Configuration</a:t>
            </a:r>
            <a:endParaRPr dirty="0"/>
          </a:p>
        </p:txBody>
      </p:sp>
      <p:sp>
        <p:nvSpPr>
          <p:cNvPr id="3" name="Content Placeholder 2">
            <a:extLst>
              <a:ext uri="{FF2B5EF4-FFF2-40B4-BE49-F238E27FC236}">
                <a16:creationId xmlns:a16="http://schemas.microsoft.com/office/drawing/2014/main" xmlns="" id="{0E5ADD6B-65FF-A169-B199-E96E88B97903}"/>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How OS passes environment to processes</a:t>
            </a:r>
          </a:p>
          <a:p>
            <a:pPr>
              <a:spcAft>
                <a:spcPts val="1400"/>
              </a:spcAft>
              <a:buFont typeface="Wingdings" panose="05000000000000000000" pitchFamily="2" charset="2"/>
              <a:buChar char="§"/>
              <a:defRPr sz="2200">
                <a:solidFill>
                  <a:srgbClr val="CBD5E1"/>
                </a:solidFill>
                <a:latin typeface="Urbanist"/>
              </a:defRPr>
            </a:pPr>
            <a:r>
              <a:rPr lang="en-US" dirty="0"/>
              <a:t>Resource limits (</a:t>
            </a:r>
            <a:r>
              <a:rPr lang="en-US" dirty="0" err="1"/>
              <a:t>ulimit</a:t>
            </a:r>
            <a:r>
              <a:rPr lang="en-US" dirty="0"/>
              <a:t>): File descriptors, stack size, max processes</a:t>
            </a:r>
          </a:p>
          <a:p>
            <a:pPr>
              <a:spcAft>
                <a:spcPts val="1400"/>
              </a:spcAft>
              <a:buFont typeface="Wingdings" panose="05000000000000000000" pitchFamily="2" charset="2"/>
              <a:buChar char="§"/>
              <a:defRPr sz="2200">
                <a:solidFill>
                  <a:srgbClr val="CBD5E1"/>
                </a:solidFill>
                <a:latin typeface="Urbanist"/>
              </a:defRPr>
            </a:pPr>
            <a:r>
              <a:rPr lang="en-US" dirty="0"/>
              <a:t>Shell environment vs </a:t>
            </a:r>
            <a:r>
              <a:rPr lang="en-US" dirty="0" err="1"/>
              <a:t>systemd</a:t>
            </a:r>
            <a:r>
              <a:rPr lang="en-US" dirty="0"/>
              <a:t> service environment</a:t>
            </a:r>
            <a:endParaRPr dirty="0"/>
          </a:p>
        </p:txBody>
      </p:sp>
    </p:spTree>
    <p:extLst>
      <p:ext uri="{BB962C8B-B14F-4D97-AF65-F5344CB8AC3E}">
        <p14:creationId xmlns:p14="http://schemas.microsoft.com/office/powerpoint/2010/main" val="35729912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D7E3DDF2-5FE4-A9BE-3E6E-628614B491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2BB3B46-6164-954B-9986-0C0623A2F51A}"/>
              </a:ext>
            </a:extLst>
          </p:cNvPr>
          <p:cNvSpPr>
            <a:spLocks noGrp="1"/>
          </p:cNvSpPr>
          <p:nvPr>
            <p:ph type="title"/>
          </p:nvPr>
        </p:nvSpPr>
        <p:spPr>
          <a:xfrm>
            <a:off x="457200" y="274638"/>
            <a:ext cx="11406554" cy="1143000"/>
          </a:xfrm>
        </p:spPr>
        <p:txBody>
          <a:bodyPr>
            <a:normAutofit/>
          </a:bodyPr>
          <a:lstStyle/>
          <a:p>
            <a:pPr algn="l">
              <a:defRPr sz="4400" b="1">
                <a:solidFill>
                  <a:srgbClr val="F1F5F9"/>
                </a:solidFill>
                <a:latin typeface="Urbanist"/>
              </a:defRPr>
            </a:pPr>
            <a:r>
              <a:rPr lang="en-US" altLang="ko-KR" b="1" dirty="0"/>
              <a:t>Configuration Best Practices</a:t>
            </a:r>
            <a:endParaRPr dirty="0"/>
          </a:p>
        </p:txBody>
      </p:sp>
      <p:sp>
        <p:nvSpPr>
          <p:cNvPr id="3" name="Content Placeholder 2">
            <a:extLst>
              <a:ext uri="{FF2B5EF4-FFF2-40B4-BE49-F238E27FC236}">
                <a16:creationId xmlns:a16="http://schemas.microsoft.com/office/drawing/2014/main" xmlns="" id="{41BB6D58-53F0-8E62-52C4-5C9FAE232604}"/>
              </a:ext>
            </a:extLst>
          </p:cNvPr>
          <p:cNvSpPr>
            <a:spLocks noGrp="1"/>
          </p:cNvSpPr>
          <p:nvPr>
            <p:ph idx="1"/>
          </p:nvPr>
        </p:nvSpPr>
        <p:spPr>
          <a:xfrm>
            <a:off x="457200" y="1600200"/>
            <a:ext cx="8718062" cy="4525963"/>
          </a:xfrm>
        </p:spPr>
        <p:txBody>
          <a:bodyPr>
            <a:normAutofit/>
          </a:bodyPr>
          <a:lstStyle/>
          <a:p>
            <a:pPr marL="0" indent="0">
              <a:spcAft>
                <a:spcPts val="1400"/>
              </a:spcAft>
              <a:buNone/>
              <a:defRPr sz="2200">
                <a:solidFill>
                  <a:srgbClr val="CBD5E1"/>
                </a:solidFill>
                <a:latin typeface="Urbanist"/>
              </a:defRPr>
            </a:pPr>
            <a:r>
              <a:rPr lang="en-US" altLang="ko-KR" sz="2200" dirty="0"/>
              <a:t>Setting appropriate file descriptor limits for servers</a:t>
            </a:r>
          </a:p>
          <a:p>
            <a:pPr marL="0" indent="0">
              <a:spcAft>
                <a:spcPts val="1400"/>
              </a:spcAft>
              <a:buNone/>
              <a:defRPr sz="2200">
                <a:solidFill>
                  <a:srgbClr val="CBD5E1"/>
                </a:solidFill>
                <a:latin typeface="Urbanist"/>
              </a:defRPr>
            </a:pPr>
            <a:r>
              <a:rPr lang="en-US" altLang="ko-KR" sz="2200" dirty="0"/>
              <a:t>Configuring heap memory for containers</a:t>
            </a:r>
          </a:p>
          <a:p>
            <a:pPr marL="0" indent="0">
              <a:spcAft>
                <a:spcPts val="1400"/>
              </a:spcAft>
              <a:buNone/>
              <a:defRPr sz="2200">
                <a:solidFill>
                  <a:srgbClr val="CBD5E1"/>
                </a:solidFill>
                <a:latin typeface="Urbanist"/>
              </a:defRPr>
            </a:pPr>
            <a:r>
              <a:rPr lang="en-US" altLang="ko-KR" sz="2200" dirty="0"/>
              <a:t>Thread pool sizing based on CPU count</a:t>
            </a:r>
            <a:endParaRPr dirty="0"/>
          </a:p>
        </p:txBody>
      </p:sp>
    </p:spTree>
    <p:extLst>
      <p:ext uri="{BB962C8B-B14F-4D97-AF65-F5344CB8AC3E}">
        <p14:creationId xmlns:p14="http://schemas.microsoft.com/office/powerpoint/2010/main" val="2606991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5C22C0D8-9F18-8018-47B6-DA54867C4F71}"/>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xmlns="" id="{7A3265F8-C18C-B050-616B-40E51AFDA17B}"/>
              </a:ext>
            </a:extLst>
          </p:cNvPr>
          <p:cNvPicPr>
            <a:picLocks noChangeAspect="1"/>
          </p:cNvPicPr>
          <p:nvPr/>
        </p:nvPicPr>
        <p:blipFill>
          <a:blip r:embed="rId2"/>
          <a:stretch>
            <a:fillRect/>
          </a:stretch>
        </p:blipFill>
        <p:spPr>
          <a:xfrm>
            <a:off x="18745" y="0"/>
            <a:ext cx="12154510" cy="6858000"/>
          </a:xfrm>
          <a:prstGeom prst="rect">
            <a:avLst/>
          </a:prstGeom>
        </p:spPr>
      </p:pic>
    </p:spTree>
    <p:extLst>
      <p:ext uri="{BB962C8B-B14F-4D97-AF65-F5344CB8AC3E}">
        <p14:creationId xmlns:p14="http://schemas.microsoft.com/office/powerpoint/2010/main" val="11003521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766512" y="801103"/>
            <a:ext cx="10683240" cy="5090160"/>
          </a:xfrm>
          <a:prstGeom prst="rect">
            <a:avLst/>
          </a:prstGeom>
        </p:spPr>
      </p:pic>
    </p:spTree>
    <p:extLst>
      <p:ext uri="{BB962C8B-B14F-4D97-AF65-F5344CB8AC3E}">
        <p14:creationId xmlns:p14="http://schemas.microsoft.com/office/powerpoint/2010/main" val="39330260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718AF487-7026-3808-8859-FACCA899C9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E831933-FFAD-463E-6CCB-007E300C0A6D}"/>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smtClean="0">
                <a:solidFill>
                  <a:srgbClr val="00B0F0"/>
                </a:solidFill>
              </a:rPr>
              <a:t>#7: </a:t>
            </a:r>
            <a:r>
              <a:rPr lang="en-US" sz="6000" dirty="0"/>
              <a:t>Practical Examples </a:t>
            </a:r>
            <a:endParaRPr dirty="0">
              <a:solidFill>
                <a:srgbClr val="00B0F0"/>
              </a:solidFill>
            </a:endParaRPr>
          </a:p>
        </p:txBody>
      </p:sp>
      <p:sp>
        <p:nvSpPr>
          <p:cNvPr id="3" name="Subtitle 2">
            <a:extLst>
              <a:ext uri="{FF2B5EF4-FFF2-40B4-BE49-F238E27FC236}">
                <a16:creationId xmlns:a16="http://schemas.microsoft.com/office/drawing/2014/main" xmlns="" id="{6465EC71-BBDF-1159-1988-2AE4791064E9}"/>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smtClean="0"/>
              <a:t>And how to </a:t>
            </a:r>
            <a:r>
              <a:rPr lang="en-US" sz="2800" dirty="0" smtClean="0"/>
              <a:t>handle it in specific </a:t>
            </a:r>
            <a:r>
              <a:rPr lang="en-US" sz="2800" dirty="0" smtClean="0"/>
              <a:t>Programing </a:t>
            </a:r>
            <a:r>
              <a:rPr lang="en-US" sz="2800" dirty="0"/>
              <a:t>Languages</a:t>
            </a:r>
            <a:endParaRPr dirty="0"/>
          </a:p>
        </p:txBody>
      </p:sp>
    </p:spTree>
    <p:extLst>
      <p:ext uri="{BB962C8B-B14F-4D97-AF65-F5344CB8AC3E}">
        <p14:creationId xmlns:p14="http://schemas.microsoft.com/office/powerpoint/2010/main" val="261320210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3758CFB2-E9A3-ACB9-4749-063681D5A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D9C6B8F-700E-1540-890F-3F66D0623E40}"/>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smtClean="0"/>
              <a:t>I/O Bound problems</a:t>
            </a:r>
            <a:endParaRPr dirty="0"/>
          </a:p>
        </p:txBody>
      </p:sp>
      <p:sp>
        <p:nvSpPr>
          <p:cNvPr id="3" name="Subtitle 2">
            <a:extLst>
              <a:ext uri="{FF2B5EF4-FFF2-40B4-BE49-F238E27FC236}">
                <a16:creationId xmlns:a16="http://schemas.microsoft.com/office/drawing/2014/main" xmlns="" id="{14D0DFBB-7975-D949-9959-507BB551E614}"/>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altLang="ko-KR" sz="2800" dirty="0"/>
              <a:t>Efficient synchronous/asynchronous, &amp; non-blocking code.</a:t>
            </a:r>
            <a:endParaRPr dirty="0"/>
          </a:p>
        </p:txBody>
      </p:sp>
    </p:spTree>
    <p:extLst>
      <p:ext uri="{BB962C8B-B14F-4D97-AF65-F5344CB8AC3E}">
        <p14:creationId xmlns:p14="http://schemas.microsoft.com/office/powerpoint/2010/main" val="21890767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3758CFB2-E9A3-ACB9-4749-063681D5A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D9C6B8F-700E-1540-890F-3F66D0623E40}"/>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smtClean="0"/>
              <a:t>CPU Bound problems</a:t>
            </a:r>
            <a:endParaRPr dirty="0"/>
          </a:p>
        </p:txBody>
      </p:sp>
      <p:sp>
        <p:nvSpPr>
          <p:cNvPr id="3" name="Subtitle 2">
            <a:extLst>
              <a:ext uri="{FF2B5EF4-FFF2-40B4-BE49-F238E27FC236}">
                <a16:creationId xmlns:a16="http://schemas.microsoft.com/office/drawing/2014/main" xmlns="" id="{14D0DFBB-7975-D949-9959-507BB551E614}"/>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smtClean="0"/>
              <a:t>XXXX</a:t>
            </a:r>
            <a:endParaRPr dirty="0"/>
          </a:p>
        </p:txBody>
      </p:sp>
    </p:spTree>
    <p:extLst>
      <p:ext uri="{BB962C8B-B14F-4D97-AF65-F5344CB8AC3E}">
        <p14:creationId xmlns:p14="http://schemas.microsoft.com/office/powerpoint/2010/main" val="395320709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D77DDE6A-0971-D78F-9D1C-9A147F455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74BB91E-193C-0015-3C0C-2DDE9C7EC774}"/>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xmlns="" id="{78855C0C-741B-800D-D1C9-B8424F571709}"/>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JVM threads map to OS threads (</a:t>
            </a:r>
            <a:r>
              <a:rPr lang="en-US" sz="2200" dirty="0" err="1">
                <a:solidFill>
                  <a:srgbClr val="CBD5E1"/>
                </a:solidFill>
                <a:latin typeface="Urbanist"/>
              </a:rPr>
              <a:t>ExecutorService</a:t>
            </a:r>
            <a:r>
              <a:rPr lang="en-US" sz="2200" dirty="0">
                <a:solidFill>
                  <a:srgbClr val="CBD5E1"/>
                </a:solidFill>
                <a:latin typeface="Urbanist"/>
              </a:rPr>
              <a:t>).</a:t>
            </a:r>
          </a:p>
          <a:p>
            <a:pPr algn="l">
              <a:spcAft>
                <a:spcPts val="1400"/>
              </a:spcAft>
              <a:defRPr sz="2200">
                <a:solidFill>
                  <a:srgbClr val="CBD5E1"/>
                </a:solidFill>
                <a:latin typeface="Urbanist"/>
              </a:defRPr>
            </a:pPr>
            <a:r>
              <a:rPr lang="en-US" sz="2200" dirty="0">
                <a:solidFill>
                  <a:srgbClr val="CBD5E1"/>
                </a:solidFill>
                <a:latin typeface="Urbanist"/>
              </a:rPr>
              <a:t>Python: Limited by GIL (Global Interpreter Lock). Use multiprocessing for CPU tasks.</a:t>
            </a:r>
          </a:p>
          <a:p>
            <a:pPr algn="l">
              <a:spcAft>
                <a:spcPts val="1400"/>
              </a:spcAft>
              <a:defRPr sz="2200">
                <a:solidFill>
                  <a:srgbClr val="CBD5E1"/>
                </a:solidFill>
                <a:latin typeface="Urbanist"/>
              </a:defRPr>
            </a:pPr>
            <a:r>
              <a:rPr lang="en-US" sz="2200" dirty="0">
                <a:solidFill>
                  <a:srgbClr val="CBD5E1"/>
                </a:solidFill>
                <a:latin typeface="Urbanist"/>
              </a:rPr>
              <a:t>Node.js: Single-threaded Event Loop. Use Worker Threads for CPU tasks.</a:t>
            </a:r>
          </a:p>
        </p:txBody>
      </p:sp>
    </p:spTree>
    <p:extLst>
      <p:ext uri="{BB962C8B-B14F-4D97-AF65-F5344CB8AC3E}">
        <p14:creationId xmlns:p14="http://schemas.microsoft.com/office/powerpoint/2010/main" val="706232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2ABA6676-91B8-AAF1-D449-C6B48C04F5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01AEEF4-024E-563E-15A5-8AB42C94A222}"/>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xmlns="" id="{C08B6396-9340-0097-7931-D1E4A26F91C3}"/>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Heap configuration (-</a:t>
            </a:r>
            <a:r>
              <a:rPr lang="en-US" sz="2200" dirty="0" err="1">
                <a:solidFill>
                  <a:srgbClr val="CBD5E1"/>
                </a:solidFill>
                <a:latin typeface="Urbanist"/>
              </a:rPr>
              <a:t>Xmx</a:t>
            </a:r>
            <a:r>
              <a:rPr lang="en-US" sz="2200" dirty="0">
                <a:solidFill>
                  <a:srgbClr val="CBD5E1"/>
                </a:solidFill>
                <a:latin typeface="Urbanist"/>
              </a:rPr>
              <a:t>, -</a:t>
            </a:r>
            <a:r>
              <a:rPr lang="en-US" sz="2200" dirty="0" err="1">
                <a:solidFill>
                  <a:srgbClr val="CBD5E1"/>
                </a:solidFill>
                <a:latin typeface="Urbanist"/>
              </a:rPr>
              <a:t>Xms</a:t>
            </a:r>
            <a:r>
              <a:rPr lang="en-US" sz="2200" dirty="0">
                <a:solidFill>
                  <a:srgbClr val="CBD5E1"/>
                </a:solidFill>
                <a:latin typeface="Urbanist"/>
              </a:rPr>
              <a:t>); garbage collection tuning</a:t>
            </a:r>
          </a:p>
          <a:p>
            <a:pPr algn="l">
              <a:spcAft>
                <a:spcPts val="1400"/>
              </a:spcAft>
              <a:defRPr sz="2200">
                <a:solidFill>
                  <a:srgbClr val="CBD5E1"/>
                </a:solidFill>
                <a:latin typeface="Urbanist"/>
              </a:defRPr>
            </a:pPr>
            <a:r>
              <a:rPr lang="en-US" sz="2200" dirty="0">
                <a:solidFill>
                  <a:srgbClr val="CBD5E1"/>
                </a:solidFill>
                <a:latin typeface="Urbanist"/>
              </a:rPr>
              <a:t>Python: Reference counting and garbage collection; memory profiling tools</a:t>
            </a:r>
          </a:p>
          <a:p>
            <a:pPr algn="l">
              <a:spcAft>
                <a:spcPts val="1400"/>
              </a:spcAft>
              <a:defRPr sz="2200">
                <a:solidFill>
                  <a:srgbClr val="CBD5E1"/>
                </a:solidFill>
                <a:latin typeface="Urbanist"/>
              </a:defRPr>
            </a:pPr>
            <a:r>
              <a:rPr lang="en-US" sz="2200" dirty="0">
                <a:solidFill>
                  <a:srgbClr val="CBD5E1"/>
                </a:solidFill>
                <a:latin typeface="Urbanist"/>
              </a:rPr>
              <a:t>Node.js: V8 heap size limits; memory leaks in event-driven code</a:t>
            </a:r>
          </a:p>
        </p:txBody>
      </p:sp>
    </p:spTree>
    <p:extLst>
      <p:ext uri="{BB962C8B-B14F-4D97-AF65-F5344CB8AC3E}">
        <p14:creationId xmlns:p14="http://schemas.microsoft.com/office/powerpoint/2010/main" val="364513475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51B19C33-8E9F-A9AE-67F5-0EE4456D1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B71C7CD-376C-D904-C60B-01F1FB508364}"/>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xmlns="" id="{E0439118-B436-B7CA-D4BE-D58CD9E0BF2E}"/>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a:t>
            </a:r>
            <a:r>
              <a:rPr lang="en-US" sz="2200" dirty="0" err="1">
                <a:solidFill>
                  <a:srgbClr val="CBD5E1"/>
                </a:solidFill>
                <a:latin typeface="Urbanist"/>
              </a:rPr>
              <a:t>FileInputStream</a:t>
            </a:r>
            <a:r>
              <a:rPr lang="en-US" sz="2200" dirty="0">
                <a:solidFill>
                  <a:srgbClr val="CBD5E1"/>
                </a:solidFill>
                <a:latin typeface="Urbanist"/>
              </a:rPr>
              <a:t> / </a:t>
            </a:r>
            <a:r>
              <a:rPr lang="en-US" sz="2200" dirty="0" err="1">
                <a:solidFill>
                  <a:srgbClr val="CBD5E1"/>
                </a:solidFill>
                <a:latin typeface="Urbanist"/>
              </a:rPr>
              <a:t>FileOutputStream</a:t>
            </a:r>
            <a:r>
              <a:rPr lang="en-US" sz="2200" dirty="0">
                <a:solidFill>
                  <a:srgbClr val="CBD5E1"/>
                </a:solidFill>
                <a:latin typeface="Urbanist"/>
              </a:rPr>
              <a:t> vs buffered streams; NIO channels</a:t>
            </a:r>
          </a:p>
          <a:p>
            <a:pPr algn="l">
              <a:spcAft>
                <a:spcPts val="1400"/>
              </a:spcAft>
              <a:defRPr sz="2200">
                <a:solidFill>
                  <a:srgbClr val="CBD5E1"/>
                </a:solidFill>
                <a:latin typeface="Urbanist"/>
              </a:defRPr>
            </a:pPr>
            <a:r>
              <a:rPr lang="en-US" sz="2200" dirty="0">
                <a:solidFill>
                  <a:srgbClr val="CBD5E1"/>
                </a:solidFill>
                <a:latin typeface="Urbanist"/>
              </a:rPr>
              <a:t>Python: open() modes; buffering parameters</a:t>
            </a:r>
          </a:p>
          <a:p>
            <a:pPr algn="l">
              <a:spcAft>
                <a:spcPts val="1400"/>
              </a:spcAft>
              <a:defRPr sz="2200">
                <a:solidFill>
                  <a:srgbClr val="CBD5E1"/>
                </a:solidFill>
                <a:latin typeface="Urbanist"/>
              </a:defRPr>
            </a:pPr>
            <a:r>
              <a:rPr lang="en-US" sz="2200" dirty="0">
                <a:solidFill>
                  <a:srgbClr val="CBD5E1"/>
                </a:solidFill>
                <a:latin typeface="Urbanist"/>
              </a:rPr>
              <a:t>Node.js: fs module; stream API for efficient I/O</a:t>
            </a:r>
          </a:p>
        </p:txBody>
      </p:sp>
    </p:spTree>
    <p:extLst>
      <p:ext uri="{BB962C8B-B14F-4D97-AF65-F5344CB8AC3E}">
        <p14:creationId xmlns:p14="http://schemas.microsoft.com/office/powerpoint/2010/main" val="34133833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A430E728-3A57-9599-B734-12C5A236B7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DA1480B8-16FE-0219-651C-199B0931B1F7}"/>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xmlns="" id="{12FA1CB9-0E0F-7186-8C5A-5BD0655BB65A}"/>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a:t>
            </a:r>
            <a:r>
              <a:rPr lang="en-US" sz="2200" dirty="0" err="1">
                <a:solidFill>
                  <a:srgbClr val="CBD5E1"/>
                </a:solidFill>
                <a:latin typeface="Urbanist"/>
              </a:rPr>
              <a:t>ServerSocket</a:t>
            </a:r>
            <a:r>
              <a:rPr lang="en-US" sz="2200" dirty="0">
                <a:solidFill>
                  <a:srgbClr val="CBD5E1"/>
                </a:solidFill>
                <a:latin typeface="Urbanist"/>
              </a:rPr>
              <a:t> configuration; socket buffer settings</a:t>
            </a:r>
          </a:p>
          <a:p>
            <a:pPr algn="l">
              <a:spcAft>
                <a:spcPts val="1400"/>
              </a:spcAft>
              <a:defRPr sz="2200">
                <a:solidFill>
                  <a:srgbClr val="CBD5E1"/>
                </a:solidFill>
                <a:latin typeface="Urbanist"/>
              </a:defRPr>
            </a:pPr>
            <a:r>
              <a:rPr lang="en-US" sz="2200" dirty="0">
                <a:solidFill>
                  <a:srgbClr val="CBD5E1"/>
                </a:solidFill>
                <a:latin typeface="Urbanist"/>
              </a:rPr>
              <a:t>Python: socket module; </a:t>
            </a:r>
            <a:r>
              <a:rPr lang="en-US" sz="2200" dirty="0" err="1">
                <a:solidFill>
                  <a:srgbClr val="CBD5E1"/>
                </a:solidFill>
                <a:latin typeface="Urbanist"/>
              </a:rPr>
              <a:t>asyncio</a:t>
            </a:r>
            <a:r>
              <a:rPr lang="en-US" sz="2200" dirty="0">
                <a:solidFill>
                  <a:srgbClr val="CBD5E1"/>
                </a:solidFill>
                <a:latin typeface="Urbanist"/>
              </a:rPr>
              <a:t> for non-blocking sockets</a:t>
            </a:r>
          </a:p>
          <a:p>
            <a:pPr algn="l">
              <a:spcAft>
                <a:spcPts val="1400"/>
              </a:spcAft>
              <a:defRPr sz="2200">
                <a:solidFill>
                  <a:srgbClr val="CBD5E1"/>
                </a:solidFill>
                <a:latin typeface="Urbanist"/>
              </a:defRPr>
            </a:pPr>
            <a:r>
              <a:rPr lang="en-US" sz="2200" dirty="0">
                <a:solidFill>
                  <a:srgbClr val="CBD5E1"/>
                </a:solidFill>
                <a:latin typeface="Urbanist"/>
              </a:rPr>
              <a:t>Node.js: Server configuration; net module; stream backpressure</a:t>
            </a:r>
          </a:p>
        </p:txBody>
      </p:sp>
    </p:spTree>
    <p:extLst>
      <p:ext uri="{BB962C8B-B14F-4D97-AF65-F5344CB8AC3E}">
        <p14:creationId xmlns:p14="http://schemas.microsoft.com/office/powerpoint/2010/main" val="171185262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E4B67FDB-7469-29A3-F10A-BA17DEFB45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51A29EB-F901-9362-CC1B-2FA55E4845BA}"/>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xmlns="" id="{D840545D-827E-239F-94F6-D189A16F5764}"/>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Thread count affects scheduling; JVM CPU usage patterns</a:t>
            </a:r>
          </a:p>
          <a:p>
            <a:pPr algn="l">
              <a:spcAft>
                <a:spcPts val="1400"/>
              </a:spcAft>
              <a:defRPr sz="2200">
                <a:solidFill>
                  <a:srgbClr val="CBD5E1"/>
                </a:solidFill>
                <a:latin typeface="Urbanist"/>
              </a:defRPr>
            </a:pPr>
            <a:r>
              <a:rPr lang="en-US" sz="2200" dirty="0">
                <a:solidFill>
                  <a:srgbClr val="CBD5E1"/>
                </a:solidFill>
                <a:latin typeface="Urbanist"/>
              </a:rPr>
              <a:t>Python: Multiprocessing for CPU-bound work to bypass GIL</a:t>
            </a:r>
          </a:p>
          <a:p>
            <a:pPr algn="l">
              <a:spcAft>
                <a:spcPts val="1400"/>
              </a:spcAft>
              <a:defRPr sz="2200">
                <a:solidFill>
                  <a:srgbClr val="CBD5E1"/>
                </a:solidFill>
                <a:latin typeface="Urbanist"/>
              </a:defRPr>
            </a:pPr>
            <a:r>
              <a:rPr lang="en-US" sz="2200" dirty="0">
                <a:solidFill>
                  <a:srgbClr val="CBD5E1"/>
                </a:solidFill>
                <a:latin typeface="Urbanist"/>
              </a:rPr>
              <a:t>Node.js: </a:t>
            </a:r>
            <a:r>
              <a:rPr lang="en-US" sz="2200" dirty="0" err="1">
                <a:solidFill>
                  <a:srgbClr val="CBD5E1"/>
                </a:solidFill>
                <a:latin typeface="Urbanist"/>
              </a:rPr>
              <a:t>libuv</a:t>
            </a:r>
            <a:r>
              <a:rPr lang="en-US" sz="2200" dirty="0">
                <a:solidFill>
                  <a:srgbClr val="CBD5E1"/>
                </a:solidFill>
                <a:latin typeface="Urbanist"/>
              </a:rPr>
              <a:t> thread pool size for blocking operations</a:t>
            </a:r>
          </a:p>
        </p:txBody>
      </p:sp>
    </p:spTree>
    <p:extLst>
      <p:ext uri="{BB962C8B-B14F-4D97-AF65-F5344CB8AC3E}">
        <p14:creationId xmlns:p14="http://schemas.microsoft.com/office/powerpoint/2010/main" val="94618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57805BAE-D9CA-A03F-FD4D-A493F7D5CC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xmlns="" id="{21C0ED35-322B-68F4-9524-4EBF0CBA2F1B}"/>
              </a:ext>
            </a:extLst>
          </p:cNvPr>
          <p:cNvSpPr txBox="1">
            <a:spLocks/>
          </p:cNvSpPr>
          <p:nvPr/>
        </p:nvSpPr>
        <p:spPr>
          <a:xfrm>
            <a:off x="457199" y="160337"/>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Practical Examples</a:t>
            </a:r>
          </a:p>
        </p:txBody>
      </p:sp>
      <p:sp>
        <p:nvSpPr>
          <p:cNvPr id="5" name="Content Placeholder 2">
            <a:extLst>
              <a:ext uri="{FF2B5EF4-FFF2-40B4-BE49-F238E27FC236}">
                <a16:creationId xmlns:a16="http://schemas.microsoft.com/office/drawing/2014/main" xmlns="" id="{BB85568C-DBAB-A562-3F8A-4581C465FD17}"/>
              </a:ext>
            </a:extLst>
          </p:cNvPr>
          <p:cNvSpPr txBox="1">
            <a:spLocks/>
          </p:cNvSpPr>
          <p:nvPr/>
        </p:nvSpPr>
        <p:spPr>
          <a:xfrm>
            <a:off x="457199" y="1600200"/>
            <a:ext cx="11223171"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 Thread Pool Sizing: Balance pool size to match CPU cores.</a:t>
            </a:r>
          </a:p>
          <a:p>
            <a:pPr algn="l">
              <a:spcAft>
                <a:spcPts val="1400"/>
              </a:spcAft>
              <a:defRPr sz="2200">
                <a:solidFill>
                  <a:srgbClr val="CBD5E1"/>
                </a:solidFill>
                <a:latin typeface="Urbanist"/>
              </a:defRPr>
            </a:pPr>
            <a:r>
              <a:rPr lang="en-US" sz="2200" dirty="0">
                <a:solidFill>
                  <a:srgbClr val="CBD5E1"/>
                </a:solidFill>
                <a:latin typeface="Urbanist"/>
              </a:rPr>
              <a:t>- Async vs Threading: Async for I/O; Threading for CPU tasks.</a:t>
            </a:r>
          </a:p>
          <a:p>
            <a:pPr algn="l">
              <a:spcAft>
                <a:spcPts val="1400"/>
              </a:spcAft>
              <a:defRPr sz="2200">
                <a:solidFill>
                  <a:srgbClr val="CBD5E1"/>
                </a:solidFill>
                <a:latin typeface="Urbanist"/>
              </a:defRPr>
            </a:pPr>
            <a:r>
              <a:rPr lang="en-US" sz="2200" dirty="0">
                <a:solidFill>
                  <a:srgbClr val="CBD5E1"/>
                </a:solidFill>
                <a:latin typeface="Urbanist"/>
              </a:rPr>
              <a:t>- Monitoring: Track thread states and deadlock detection.</a:t>
            </a:r>
          </a:p>
        </p:txBody>
      </p:sp>
    </p:spTree>
    <p:extLst>
      <p:ext uri="{BB962C8B-B14F-4D97-AF65-F5344CB8AC3E}">
        <p14:creationId xmlns:p14="http://schemas.microsoft.com/office/powerpoint/2010/main" val="41074882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9A9A5395-F69F-2401-9A52-579FF9F4C449}"/>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xmlns="" id="{D3B99C40-E64C-BED5-03E6-4FA1EB3F4774}"/>
              </a:ext>
            </a:extLst>
          </p:cNvPr>
          <p:cNvPicPr>
            <a:picLocks noChangeAspect="1"/>
          </p:cNvPicPr>
          <p:nvPr/>
        </p:nvPicPr>
        <p:blipFill>
          <a:blip r:embed="rId2"/>
          <a:stretch>
            <a:fillRect/>
          </a:stretch>
        </p:blipFill>
        <p:spPr>
          <a:xfrm>
            <a:off x="0" y="1792330"/>
            <a:ext cx="12192000" cy="3273339"/>
          </a:xfrm>
          <a:prstGeom prst="rect">
            <a:avLst/>
          </a:prstGeom>
        </p:spPr>
      </p:pic>
    </p:spTree>
    <p:extLst>
      <p:ext uri="{BB962C8B-B14F-4D97-AF65-F5344CB8AC3E}">
        <p14:creationId xmlns:p14="http://schemas.microsoft.com/office/powerpoint/2010/main" val="296549128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EF34709B-E26E-8DCA-11CD-DC149CC29136}"/>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xmlns="" id="{79BB3544-65A4-1612-8519-BB8699868A4E}"/>
              </a:ext>
            </a:extLst>
          </p:cNvPr>
          <p:cNvPicPr>
            <a:picLocks noChangeAspect="1"/>
          </p:cNvPicPr>
          <p:nvPr/>
        </p:nvPicPr>
        <p:blipFill>
          <a:blip r:embed="rId2"/>
          <a:stretch>
            <a:fillRect/>
          </a:stretch>
        </p:blipFill>
        <p:spPr>
          <a:xfrm>
            <a:off x="0" y="1215107"/>
            <a:ext cx="12192000" cy="4427785"/>
          </a:xfrm>
          <a:prstGeom prst="rect">
            <a:avLst/>
          </a:prstGeom>
        </p:spPr>
      </p:pic>
    </p:spTree>
    <p:extLst>
      <p:ext uri="{BB962C8B-B14F-4D97-AF65-F5344CB8AC3E}">
        <p14:creationId xmlns:p14="http://schemas.microsoft.com/office/powerpoint/2010/main" val="332922409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E231BB7E-F325-E7A6-F62D-C83F210BE04F}"/>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xmlns="" id="{8A2FA05B-C1EB-F3E0-A716-39721BD6DCAE}"/>
              </a:ext>
            </a:extLst>
          </p:cNvPr>
          <p:cNvPicPr>
            <a:picLocks noChangeAspect="1"/>
          </p:cNvPicPr>
          <p:nvPr/>
        </p:nvPicPr>
        <p:blipFill>
          <a:blip r:embed="rId2"/>
          <a:stretch>
            <a:fillRect/>
          </a:stretch>
        </p:blipFill>
        <p:spPr>
          <a:xfrm>
            <a:off x="0" y="1073465"/>
            <a:ext cx="12192000" cy="4711069"/>
          </a:xfrm>
          <a:prstGeom prst="rect">
            <a:avLst/>
          </a:prstGeom>
        </p:spPr>
      </p:pic>
    </p:spTree>
    <p:extLst>
      <p:ext uri="{BB962C8B-B14F-4D97-AF65-F5344CB8AC3E}">
        <p14:creationId xmlns:p14="http://schemas.microsoft.com/office/powerpoint/2010/main" val="235770156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95300" y="800100"/>
            <a:ext cx="11201400" cy="5257800"/>
          </a:xfrm>
          <a:prstGeom prst="rect">
            <a:avLst/>
          </a:prstGeom>
        </p:spPr>
      </p:pic>
    </p:spTree>
    <p:extLst>
      <p:ext uri="{BB962C8B-B14F-4D97-AF65-F5344CB8AC3E}">
        <p14:creationId xmlns:p14="http://schemas.microsoft.com/office/powerpoint/2010/main" val="23225521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0D38FBBE-A6A2-B778-B51A-452832A7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8BEC194-0862-FC66-650A-859338518D3B}"/>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solidFill>
                  <a:srgbClr val="00B0F0"/>
                </a:solidFill>
              </a:rPr>
              <a:t>Thank you</a:t>
            </a:r>
            <a:endParaRPr dirty="0">
              <a:solidFill>
                <a:srgbClr val="00B0F0"/>
              </a:solidFill>
            </a:endParaRPr>
          </a:p>
        </p:txBody>
      </p:sp>
      <p:sp>
        <p:nvSpPr>
          <p:cNvPr id="3" name="Subtitle 2">
            <a:extLst>
              <a:ext uri="{FF2B5EF4-FFF2-40B4-BE49-F238E27FC236}">
                <a16:creationId xmlns:a16="http://schemas.microsoft.com/office/drawing/2014/main" xmlns="" id="{B74FFA70-AA80-C3BA-3FEE-FBFFCD649B79}"/>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altLang="ko-KR" sz="2800" dirty="0"/>
              <a:t>I sincerely hope the time you spent was worthwhile and not wasted</a:t>
            </a:r>
            <a:endParaRPr dirty="0"/>
          </a:p>
        </p:txBody>
      </p:sp>
    </p:spTree>
    <p:extLst>
      <p:ext uri="{BB962C8B-B14F-4D97-AF65-F5344CB8AC3E}">
        <p14:creationId xmlns:p14="http://schemas.microsoft.com/office/powerpoint/2010/main" val="222450200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xmlns="" id="{0D38FBBE-A6A2-B778-B51A-452832A7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8BEC194-0862-FC66-650A-859338518D3B}"/>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smtClean="0">
                <a:solidFill>
                  <a:srgbClr val="00B0F0"/>
                </a:solidFill>
              </a:rPr>
              <a:t>Quiz and Q&amp;A</a:t>
            </a:r>
            <a:r>
              <a:rPr lang="en-US" dirty="0" smtClean="0">
                <a:solidFill>
                  <a:srgbClr val="00B0F0"/>
                </a:solidFill>
              </a:rPr>
              <a:t> Time</a:t>
            </a:r>
            <a:endParaRPr dirty="0">
              <a:solidFill>
                <a:srgbClr val="00B0F0"/>
              </a:solidFill>
            </a:endParaRPr>
          </a:p>
        </p:txBody>
      </p:sp>
      <p:sp>
        <p:nvSpPr>
          <p:cNvPr id="3" name="Subtitle 2">
            <a:extLst>
              <a:ext uri="{FF2B5EF4-FFF2-40B4-BE49-F238E27FC236}">
                <a16:creationId xmlns:a16="http://schemas.microsoft.com/office/drawing/2014/main" xmlns="" id="{B74FFA70-AA80-C3BA-3FEE-FBFFCD649B79}"/>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altLang="ko-KR" sz="2800" dirty="0"/>
              <a:t>I sincerely hope the time you spent was worthwhile and not wasted</a:t>
            </a:r>
            <a:endParaRPr dirty="0"/>
          </a:p>
        </p:txBody>
      </p:sp>
    </p:spTree>
    <p:extLst>
      <p:ext uri="{BB962C8B-B14F-4D97-AF65-F5344CB8AC3E}">
        <p14:creationId xmlns:p14="http://schemas.microsoft.com/office/powerpoint/2010/main" val="37154673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2174</TotalTime>
  <Words>1696</Words>
  <Application>Microsoft Office PowerPoint</Application>
  <PresentationFormat>Widescreen</PresentationFormat>
  <Paragraphs>224</Paragraphs>
  <Slides>83</Slides>
  <Notes>17</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83</vt:i4>
      </vt:variant>
    </vt:vector>
  </HeadingPairs>
  <TitlesOfParts>
    <vt:vector size="90" baseType="lpstr">
      <vt:lpstr>맑은 고딕</vt:lpstr>
      <vt:lpstr>Arial</vt:lpstr>
      <vt:lpstr>Calibri</vt:lpstr>
      <vt:lpstr>Urbanist</vt:lpstr>
      <vt:lpstr>Urbanist ExtraLight</vt:lpstr>
      <vt:lpstr>Wingdings</vt:lpstr>
      <vt:lpstr>Office Theme</vt:lpstr>
      <vt:lpstr>Operating System Essential for Developers</vt:lpstr>
      <vt:lpstr>#1: Introduction #2: CPU Scheduling #3: Memory Management #4: File System #5: Socket &amp; Networking #6: Environment Configuration #7: Practical Examples</vt:lpstr>
      <vt:lpstr>#1: Introduction</vt:lpstr>
      <vt:lpstr>Operating System Fundamentals</vt:lpstr>
      <vt:lpstr>Operating System Roles</vt:lpstr>
      <vt:lpstr>Operating System Fundamentals</vt:lpstr>
      <vt:lpstr>System Call Definition</vt:lpstr>
      <vt:lpstr>#2: CPU Scheduling</vt:lpstr>
      <vt:lpstr>PowerPoint Presentation</vt:lpstr>
      <vt:lpstr>Understanding Processes</vt:lpstr>
      <vt:lpstr>Why It Matters</vt:lpstr>
      <vt:lpstr>PowerPoint Presentation</vt:lpstr>
      <vt:lpstr>PowerPoint Presentation</vt:lpstr>
      <vt:lpstr>PowerPoint Presentation</vt:lpstr>
      <vt:lpstr>PowerPoint Presentation</vt:lpstr>
      <vt:lpstr>Process Creation &amp; Termination</vt:lpstr>
      <vt:lpstr>Inter Process Communication (IPC)</vt:lpstr>
      <vt:lpstr>CPU Burst I/O Burst  Cycle</vt:lpstr>
      <vt:lpstr>CPU Scheduling</vt:lpstr>
      <vt:lpstr>PowerPoint Presentation</vt:lpstr>
      <vt:lpstr>PowerPoint Presentation</vt:lpstr>
      <vt:lpstr>Example Code</vt:lpstr>
      <vt:lpstr>PowerPoint Presentation</vt:lpstr>
      <vt:lpstr>PowerPoint Presentation</vt:lpstr>
      <vt:lpstr>Threads vs. Processes</vt:lpstr>
      <vt:lpstr>Threads vs. Processes</vt:lpstr>
      <vt:lpstr>PowerPoint Presentation</vt:lpstr>
      <vt:lpstr>Synchronization Challenges</vt:lpstr>
      <vt:lpstr>Race Condition</vt:lpstr>
      <vt:lpstr>Synchronization Requirements</vt:lpstr>
      <vt:lpstr>Synchronization Solutions</vt:lpstr>
      <vt:lpstr>Example Code</vt:lpstr>
      <vt:lpstr>PowerPoint Presentation</vt:lpstr>
      <vt:lpstr>Deadlock</vt:lpstr>
      <vt:lpstr>Deadlock Handling</vt:lpstr>
      <vt:lpstr>PowerPoint Presentation</vt:lpstr>
      <vt:lpstr>Example Code</vt:lpstr>
      <vt:lpstr>#3: Memory Management</vt:lpstr>
      <vt:lpstr>PowerPoint Presentation</vt:lpstr>
      <vt:lpstr>PowerPoint Presentation</vt:lpstr>
      <vt:lpstr>Threads vs. Processes</vt:lpstr>
      <vt:lpstr>PowerPoint Presentation</vt:lpstr>
      <vt:lpstr>PowerPoint Presentation</vt:lpstr>
      <vt:lpstr>PowerPoint Presentation</vt:lpstr>
      <vt:lpstr>PowerPoint Presentation</vt:lpstr>
      <vt:lpstr>PowerPoint Presentation</vt:lpstr>
      <vt:lpstr>Common Causes of Segmentation Fault</vt:lpstr>
      <vt:lpstr>Example Code</vt:lpstr>
      <vt:lpstr>#4: File System</vt:lpstr>
      <vt:lpstr>File Operations / System Calls</vt:lpstr>
      <vt:lpstr>File Access Methods</vt:lpstr>
      <vt:lpstr>Directory Structure</vt:lpstr>
      <vt:lpstr>File Protection &amp; Security</vt:lpstr>
      <vt:lpstr>File Allocation Methods (i-nodes)</vt:lpstr>
      <vt:lpstr>User-Kernel I/O Boundary</vt:lpstr>
      <vt:lpstr>High-Performance I/O Models (Interrupts and DMA)</vt:lpstr>
      <vt:lpstr>Interrupt-Driven I/O (Enables Non-Blocking)</vt:lpstr>
      <vt:lpstr>Direct Memory Access (DMA) (Enables Fast Data Transfer)</vt:lpstr>
      <vt:lpstr>#5: Socket &amp; Networking</vt:lpstr>
      <vt:lpstr>PowerPoint Presentation</vt:lpstr>
      <vt:lpstr>Network Stack</vt:lpstr>
      <vt:lpstr>Sockets</vt:lpstr>
      <vt:lpstr>Network Performance Tuning</vt:lpstr>
      <vt:lpstr>#6: Environment Configuration</vt:lpstr>
      <vt:lpstr>Environment Variables &amp; Configuration</vt:lpstr>
      <vt:lpstr>Configuration Best Practices</vt:lpstr>
      <vt:lpstr>PowerPoint Presentation</vt:lpstr>
      <vt:lpstr>PowerPoint Presentation</vt:lpstr>
      <vt:lpstr>#7: Practical Examples </vt:lpstr>
      <vt:lpstr>I/O Bound problems</vt:lpstr>
      <vt:lpstr>CPU Bound problems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Quiz and Q&amp;A Time</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Operating System Fundamentals</dc:title>
  <dc:subject/>
  <dc:creator/>
  <cp:keywords/>
  <dc:description>generated using python-pptx</dc:description>
  <cp:lastModifiedBy>Elite</cp:lastModifiedBy>
  <cp:revision>26</cp:revision>
  <dcterms:created xsi:type="dcterms:W3CDTF">2013-01-27T09:14:16Z</dcterms:created>
  <dcterms:modified xsi:type="dcterms:W3CDTF">2025-12-07T08:17:15Z</dcterms:modified>
  <cp:category/>
</cp:coreProperties>
</file>