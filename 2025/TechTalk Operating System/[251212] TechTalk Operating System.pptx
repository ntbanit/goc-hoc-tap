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64" r:id="rId3"/>
    <p:sldId id="265" r:id="rId4"/>
    <p:sldId id="257" r:id="rId5"/>
    <p:sldId id="269" r:id="rId6"/>
    <p:sldId id="259" r:id="rId7"/>
    <p:sldId id="279" r:id="rId8"/>
    <p:sldId id="258" r:id="rId9"/>
    <p:sldId id="260" r:id="rId10"/>
    <p:sldId id="283" r:id="rId11"/>
    <p:sldId id="261" r:id="rId12"/>
    <p:sldId id="262" r:id="rId13"/>
    <p:sldId id="266" r:id="rId14"/>
    <p:sldId id="267" r:id="rId15"/>
    <p:sldId id="282" r:id="rId16"/>
    <p:sldId id="280" r:id="rId17"/>
    <p:sldId id="289" r:id="rId18"/>
    <p:sldId id="268" r:id="rId19"/>
    <p:sldId id="270" r:id="rId20"/>
    <p:sldId id="271" r:id="rId21"/>
    <p:sldId id="272" r:id="rId22"/>
    <p:sldId id="273" r:id="rId23"/>
    <p:sldId id="275" r:id="rId24"/>
    <p:sldId id="276" r:id="rId25"/>
    <p:sldId id="277" r:id="rId26"/>
    <p:sldId id="291" r:id="rId27"/>
    <p:sldId id="278" r:id="rId28"/>
    <p:sldId id="281" r:id="rId29"/>
    <p:sldId id="285" r:id="rId30"/>
    <p:sldId id="284" r:id="rId31"/>
    <p:sldId id="288" r:id="rId32"/>
    <p:sldId id="287" r:id="rId33"/>
    <p:sldId id="290" r:id="rId34"/>
    <p:sldId id="292" r:id="rId35"/>
    <p:sldId id="295" r:id="rId36"/>
    <p:sldId id="294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20" y="8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6DFF0F-0F5D-467D-BE1D-1BFAA07C801B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639B56-7EE8-402D-B8B5-29A27651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127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639B56-7EE8-402D-B8B5-29A2765198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57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256243"/>
            <a:ext cx="12192000" cy="1470025"/>
          </a:xfrm>
        </p:spPr>
        <p:txBody>
          <a:bodyPr>
            <a:normAutofit/>
          </a:bodyPr>
          <a:lstStyle/>
          <a:p>
            <a:pPr>
              <a:defRPr sz="6000" b="1">
                <a:solidFill>
                  <a:srgbClr val="38BDF8"/>
                </a:solidFill>
                <a:latin typeface="Urbanist"/>
              </a:defRPr>
            </a:pPr>
            <a:r>
              <a:rPr lang="en-US" dirty="0"/>
              <a:t>Operating System Fundamentals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9106" y="5105400"/>
            <a:ext cx="5165387" cy="1752600"/>
          </a:xfrm>
        </p:spPr>
        <p:txBody>
          <a:bodyPr>
            <a:normAutofit/>
          </a:bodyPr>
          <a:lstStyle/>
          <a:p>
            <a:pPr algn="l"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sz="2400" dirty="0"/>
              <a:t>Nguyen </a:t>
            </a:r>
            <a:r>
              <a:rPr lang="en-US" sz="2400" dirty="0" err="1"/>
              <a:t>Thi</a:t>
            </a:r>
            <a:r>
              <a:rPr lang="en-US" sz="2400" dirty="0"/>
              <a:t> </a:t>
            </a:r>
            <a:r>
              <a:rPr lang="en-US" sz="2400" dirty="0" err="1"/>
              <a:t>Binh</a:t>
            </a:r>
            <a:r>
              <a:rPr lang="en-US" sz="2400" dirty="0"/>
              <a:t> An</a:t>
            </a:r>
          </a:p>
          <a:p>
            <a:pPr algn="l"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sz="2400" dirty="0"/>
              <a:t>D&amp;A Development Team</a:t>
            </a:r>
          </a:p>
          <a:p>
            <a:pPr algn="l"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sz="2400" dirty="0"/>
              <a:t>LG CNS Vietnam Build Center</a:t>
            </a:r>
            <a:endParaRPr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/>
          <a:p>
            <a:pPr>
              <a:defRPr sz="6000" b="1">
                <a:solidFill>
                  <a:srgbClr val="38BDF8"/>
                </a:solidFill>
                <a:latin typeface="Urbanist"/>
              </a:defRPr>
            </a:pPr>
            <a:r>
              <a:rPr lang="en-US" dirty="0"/>
              <a:t>#</a:t>
            </a:r>
            <a:r>
              <a:rPr dirty="0"/>
              <a:t>1: </a:t>
            </a:r>
            <a:r>
              <a:rPr lang="en-US" dirty="0"/>
              <a:t>Key Concepts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599" y="3886200"/>
            <a:ext cx="9396919" cy="1752600"/>
          </a:xfrm>
        </p:spPr>
        <p:txBody>
          <a:bodyPr/>
          <a:lstStyle/>
          <a:p>
            <a:pPr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sz="2800" dirty="0"/>
              <a:t>Introduction to Operating System Architecture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8431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/>
          <a:p>
            <a:pPr>
              <a:defRPr sz="6000" b="1">
                <a:solidFill>
                  <a:srgbClr val="38BDF8"/>
                </a:solidFill>
                <a:latin typeface="Urbanist"/>
              </a:defRPr>
            </a:pPr>
            <a:r>
              <a:rPr lang="en-US" dirty="0"/>
              <a:t>Operating System Fundamentals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752600"/>
          </a:xfrm>
        </p:spPr>
        <p:txBody>
          <a:bodyPr/>
          <a:lstStyle/>
          <a:p>
            <a:pPr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dirty="0"/>
              <a:t>Practical software development daily challenges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51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860" y="530542"/>
            <a:ext cx="10187940" cy="5935980"/>
          </a:xfrm>
          <a:prstGeom prst="rect">
            <a:avLst/>
          </a:prstGeom>
        </p:spPr>
      </p:pic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Understanding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005137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Core Concepts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Process vs. Application: One application can spawn multiple independent processes.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Lifecycle States: Creation, Running, Waiting, Terminated.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Memory Protection: Every process operates in isolated memory space.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455" y="1694364"/>
            <a:ext cx="606742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723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Threads vs.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11255829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Key Distinctions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Threads share the same memory space within a process.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Resource Sharing: Threads share code, data, and files.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Overhead: Threads are 'lightweight'; faster creation than processes.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Risk: A bug in one thread can crash the entire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Threads vs. Processes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850880" cy="39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639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Process Isolation &amp; Safety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Your server application runs as a distinct process.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Isolation allows the OS to contain crashes.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Critical for debugging memory leaks and segmentation faults.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Synchronization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7600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Race Conditions: Simultaneous access leads to unpredictable outcomes.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Deadlocks: Threads wait indefinitely for each other to release resources.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Context Switching: CPU overhead when switching threads.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Synchronization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7600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Race Conditions: Simultaneous access leads to unpredictable outcomes.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Deadlocks: Threads wait indefinitely for each other to release resources.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Context Switching: CPU overhead when switching threads.</a:t>
            </a:r>
          </a:p>
        </p:txBody>
      </p:sp>
    </p:spTree>
    <p:extLst>
      <p:ext uri="{BB962C8B-B14F-4D97-AF65-F5344CB8AC3E}">
        <p14:creationId xmlns:p14="http://schemas.microsoft.com/office/powerpoint/2010/main" val="2540469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Language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125200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Java: JVM threads map to OS threads (</a:t>
            </a:r>
            <a:r>
              <a:rPr dirty="0" err="1"/>
              <a:t>ExecutorService</a:t>
            </a:r>
            <a:r>
              <a:rPr dirty="0"/>
              <a:t>).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Python: Limited by GIL (Global Interpreter Lock). Use multiprocessing for CPU tasks.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Node.js: Single-threaded Event Loop. Use Worker Threads for CPU tasks.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F1F5F9"/>
                </a:solidFill>
                <a:latin typeface="Urbanist"/>
              </a:defRPr>
            </a:pPr>
            <a:r>
              <a:t>Practical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11223171" cy="4525963"/>
          </a:xfrm>
        </p:spPr>
        <p:txBody>
          <a:bodyPr/>
          <a:lstStyle/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Thread Pool Sizing: Balance pool size to match CPU cores.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</a:t>
            </a:r>
            <a:r>
              <a:rPr dirty="0" err="1"/>
              <a:t>Async</a:t>
            </a:r>
            <a:r>
              <a:rPr dirty="0"/>
              <a:t> </a:t>
            </a:r>
            <a:r>
              <a:rPr dirty="0" err="1"/>
              <a:t>vs</a:t>
            </a:r>
            <a:r>
              <a:rPr dirty="0"/>
              <a:t> Threading: </a:t>
            </a:r>
            <a:r>
              <a:rPr dirty="0" err="1"/>
              <a:t>Async</a:t>
            </a:r>
            <a:r>
              <a:rPr dirty="0"/>
              <a:t> for I/O; Threading for CPU tasks.</a:t>
            </a:r>
          </a:p>
          <a:p>
            <a:pPr marL="0" indent="0">
              <a:spcAft>
                <a:spcPts val="1400"/>
              </a:spcAft>
              <a:buNone/>
              <a:defRPr sz="2200">
                <a:solidFill>
                  <a:srgbClr val="CBD5E1"/>
                </a:solidFill>
                <a:latin typeface="Urbanist"/>
              </a:defRPr>
            </a:pPr>
            <a:r>
              <a:rPr dirty="0"/>
              <a:t>- Monitoring: Track thread states and deadlock detection.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/>
          <a:p>
            <a:pPr>
              <a:defRPr sz="6000" b="1">
                <a:solidFill>
                  <a:srgbClr val="38BDF8"/>
                </a:solidFill>
                <a:latin typeface="Urbanist"/>
              </a:defRPr>
            </a:pPr>
            <a:r>
              <a:rPr lang="en-US" dirty="0"/>
              <a:t>Operating System Fundamentals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752600"/>
          </a:xfrm>
        </p:spPr>
        <p:txBody>
          <a:bodyPr/>
          <a:lstStyle/>
          <a:p>
            <a:pPr>
              <a:defRPr sz="2800">
                <a:solidFill>
                  <a:srgbClr val="CBD5E1"/>
                </a:solidFill>
                <a:latin typeface="Urbanist"/>
              </a:defRPr>
            </a:pPr>
            <a:r>
              <a:rPr lang="en-US" dirty="0"/>
              <a:t>Practical software development daily challenges</a:t>
            </a:r>
            <a:endParaRPr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74" y="708498"/>
            <a:ext cx="11758569" cy="512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258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7" y="735330"/>
            <a:ext cx="11803380" cy="5425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484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1012"/>
            <a:ext cx="10515600" cy="589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615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59" y="1181100"/>
            <a:ext cx="11001375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095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0A7E4-87B5-6D54-D95A-766E0EE6C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AC1CF3B-8813-56D0-6043-ACA12CCA8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261" y="331274"/>
            <a:ext cx="7820025" cy="25124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5624417-ABC6-01F5-D03C-E5B593DB2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261" y="3288226"/>
            <a:ext cx="7820025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756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466725"/>
            <a:ext cx="1061085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5496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96" y="324802"/>
            <a:ext cx="11719560" cy="6027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927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0" y="469581"/>
            <a:ext cx="11673840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15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216" y="499110"/>
            <a:ext cx="9517380" cy="573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3245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76325"/>
            <a:ext cx="9105900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019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287" y="776287"/>
            <a:ext cx="9115425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2403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12" y="801103"/>
            <a:ext cx="10683240" cy="509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033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212" y="619125"/>
            <a:ext cx="1031557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55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22C0D8-9F18-8018-47B6-DA54867C4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A3265F8-C18C-B050-616B-40E51AFDA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" y="0"/>
            <a:ext cx="121545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352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800100"/>
            <a:ext cx="112014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1070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600075"/>
            <a:ext cx="6800850" cy="565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3357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623887"/>
            <a:ext cx="9315450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785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02" y="1568366"/>
            <a:ext cx="55911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708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19C00A0-3A2C-BBF0-3E94-F92BAE61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12" y="771525"/>
            <a:ext cx="11610975" cy="531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26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1676400"/>
            <a:ext cx="1148715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149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4EFBB1-A131-D689-0417-A787D02C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1EE70CE-A98D-1419-73FC-9FB486D32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61912"/>
            <a:ext cx="11620500" cy="673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8202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3533D1-E176-9AA4-3037-E3DD10430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29A66E3-280F-DC4F-CFC5-8B825CDDF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49"/>
            <a:ext cx="12192000" cy="685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40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A5395-F69F-2401-9A52-579FF9F4C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B99C40-E64C-BED5-03E6-4FA1EB3F4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330"/>
            <a:ext cx="12192000" cy="3273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912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34709B-E26E-8DCA-11CD-DC149CC29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BB3544-65A4-1612-8519-BB8699868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5107"/>
            <a:ext cx="12192000" cy="442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2240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31BB7E-F325-E7A6-F62D-C83F210BE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A2FA05B-C1EB-F3E0-A716-39721BD6D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3465"/>
            <a:ext cx="12192000" cy="471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701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339</Words>
  <Application>Microsoft Office PowerPoint</Application>
  <PresentationFormat>와이드스크린</PresentationFormat>
  <Paragraphs>44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Operating System Fundamentals</vt:lpstr>
      <vt:lpstr>#1: Key Concepts</vt:lpstr>
      <vt:lpstr>Operating System Fundamentals</vt:lpstr>
      <vt:lpstr>PowerPoint 프레젠테이션</vt:lpstr>
      <vt:lpstr>Understanding Processes</vt:lpstr>
      <vt:lpstr>Threads vs. Processes</vt:lpstr>
      <vt:lpstr>Threads vs. Processes</vt:lpstr>
      <vt:lpstr>Why It Matters</vt:lpstr>
      <vt:lpstr>Synchronization Challenges</vt:lpstr>
      <vt:lpstr>Synchronization Challenges</vt:lpstr>
      <vt:lpstr>Language Specifics</vt:lpstr>
      <vt:lpstr>Practical Examples</vt:lpstr>
      <vt:lpstr>Operating System Fundamentals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Operating System Fundamentals</dc:title>
  <dc:subject/>
  <dc:creator/>
  <cp:keywords/>
  <dc:description>generated using python-pptx</dc:description>
  <cp:lastModifiedBy>NGUYEN THI BINH AN</cp:lastModifiedBy>
  <cp:revision>11</cp:revision>
  <dcterms:created xsi:type="dcterms:W3CDTF">2013-01-27T09:14:16Z</dcterms:created>
  <dcterms:modified xsi:type="dcterms:W3CDTF">2025-12-02T10:10:54Z</dcterms:modified>
  <cp:category/>
</cp:coreProperties>
</file>